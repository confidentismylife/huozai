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9" r:id="rId5"/>
    <p:sldId id="270" r:id="rId6"/>
    <p:sldId id="271" r:id="rId7"/>
    <p:sldId id="272" r:id="rId8"/>
    <p:sldId id="273" r:id="rId9"/>
    <p:sldId id="268" r:id="rId10"/>
    <p:sldId id="267" r:id="rId11"/>
    <p:sldId id="266" r:id="rId12"/>
    <p:sldId id="264" r:id="rId13"/>
    <p:sldId id="265" r:id="rId14"/>
    <p:sldId id="259" r:id="rId15"/>
    <p:sldId id="260" r:id="rId16"/>
    <p:sldId id="261" r:id="rId17"/>
    <p:sldId id="262" r:id="rId18"/>
    <p:sldId id="26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>
        <p:scale>
          <a:sx n="68" d="100"/>
          <a:sy n="68" d="100"/>
        </p:scale>
        <p:origin x="7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27381-4CBF-4C91-A764-5774BBC3B7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B4323-3A44-4D6A-9A76-DBE572BAAA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467F7-AADE-41E1-A512-D70F3ADBA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7D1E7-E71E-4E37-B985-CC14583BE2BF}" type="datetimeFigureOut">
              <a:rPr lang="en-NZ" smtClean="0"/>
              <a:t>24/09/2026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91BD5-8A55-41A3-8C6C-B76D712A3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0679F-C006-4F4D-96E4-7FA57F6DD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37AF-EBFB-4FEF-AA0B-1F4330C53AF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17556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A4A5C-2DF3-4FC1-9EB6-12E15C58D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24632-620A-43DC-828A-7E8D2322D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ADF32-5473-4B67-8C78-5228F6850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7D1E7-E71E-4E37-B985-CC14583BE2BF}" type="datetimeFigureOut">
              <a:rPr lang="en-NZ" smtClean="0"/>
              <a:t>24/09/2026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5205C-60E7-4146-BA79-FB5DE4E70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76F0D-0014-4FCC-988A-2555B725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37AF-EBFB-4FEF-AA0B-1F4330C53AF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13990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F8783-87A1-4CB7-A449-5F23B6C53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5B442-FA60-44D2-A5E8-88A7E02C2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85D65-B5A9-4467-8A4A-ED8547BDF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7D1E7-E71E-4E37-B985-CC14583BE2BF}" type="datetimeFigureOut">
              <a:rPr lang="en-NZ" smtClean="0"/>
              <a:t>24/09/2026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E9C27-9C23-478D-B8BC-06A7FDD06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B0FE9-EE29-4C33-9706-63BA7ACE0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37AF-EBFB-4FEF-AA0B-1F4330C53AF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39184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BF6F1-525B-49DC-93E9-D8221FA8E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83B78-89D4-442F-BDE6-F6681085D7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19DA5-C8BB-411C-8683-0437C67FC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C428AC-98C9-41F4-8C65-E76917840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7D1E7-E71E-4E37-B985-CC14583BE2BF}" type="datetimeFigureOut">
              <a:rPr lang="en-NZ" smtClean="0"/>
              <a:t>24/09/2026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4EFED6-A393-4E1F-B5DE-71817A93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12215-793C-4842-8A4D-4B5E9B857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37AF-EBFB-4FEF-AA0B-1F4330C53AF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1836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BF875-88C4-4A82-BAC4-1F652A109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FEA276-4DCF-401A-8F47-943F63A76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4EF287-67C8-4391-986F-8BD992BF5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C84BD7-9B16-443E-AA6B-E8F65E485B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A0A822-B605-4CFD-BACB-9D1BE3C1BD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E0AC9E-6CFA-43DC-AFBD-5DCC868DB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7D1E7-E71E-4E37-B985-CC14583BE2BF}" type="datetimeFigureOut">
              <a:rPr lang="en-NZ" smtClean="0"/>
              <a:t>24/09/2026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3F7319-CBD1-4774-B1B5-B717EF645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9C5055-60D2-4FA2-AF4A-E45B196B6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37AF-EBFB-4FEF-AA0B-1F4330C53AF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379638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DAA74-9D2C-41FB-AE1F-7B3EBEA7E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1FE361-7DA0-46F7-96F8-9EFD79FF2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7D1E7-E71E-4E37-B985-CC14583BE2BF}" type="datetimeFigureOut">
              <a:rPr lang="en-NZ" smtClean="0"/>
              <a:t>24/09/2026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105DAB-7261-4470-AFAA-8DEC5CB11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CCFC74-D27C-43F6-87A5-F752E9893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37AF-EBFB-4FEF-AA0B-1F4330C53AF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76960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D557B0-9AB9-46B7-AE1C-A80885B41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7D1E7-E71E-4E37-B985-CC14583BE2BF}" type="datetimeFigureOut">
              <a:rPr lang="en-NZ" smtClean="0"/>
              <a:t>24/09/2026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1082B1-56C6-4801-AE38-A9C023910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14A02-BB59-49E9-9711-8E3C23C98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37AF-EBFB-4FEF-AA0B-1F4330C53AF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29520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CE0BA-12AE-49C9-9C75-A7E2BE0C5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F346B-F98E-4591-8C9C-2107EEF12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F79B29-EBFF-43E7-AEF0-921290D545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F0DE0A-D28D-4909-A8FE-264F1425F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7D1E7-E71E-4E37-B985-CC14583BE2BF}" type="datetimeFigureOut">
              <a:rPr lang="en-NZ" smtClean="0"/>
              <a:t>24/09/2026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030AD5-A0A2-4408-8C3E-0C643E124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4E1660-7CEA-4972-91F9-6D730D5B6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37AF-EBFB-4FEF-AA0B-1F4330C53AF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00620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2B3D2-FF15-4B85-8370-36D61CA4E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0E3C50-8A4F-46AD-88B2-25823DEB3A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AFDF8-A880-48FF-84D2-0E69BB240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212D3-96FC-4800-99E6-8C1FB3C71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7D1E7-E71E-4E37-B985-CC14583BE2BF}" type="datetimeFigureOut">
              <a:rPr lang="en-NZ" smtClean="0"/>
              <a:t>24/09/2026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90F1EC-A11F-4DF0-A612-E1CCFE176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EB71A3-32FC-45CA-B48C-BC6B4A7BB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37AF-EBFB-4FEF-AA0B-1F4330C53AF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380507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26E83-A319-4D43-BD8D-C6BD3D9F2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28EFC-E25F-444A-BA52-9D46637CF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C39E4-5267-494F-8584-4C3A66507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7D1E7-E71E-4E37-B985-CC14583BE2BF}" type="datetimeFigureOut">
              <a:rPr lang="en-NZ" smtClean="0"/>
              <a:t>24/09/2026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E0C76-4D7D-4301-9175-0D2334E0C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5568C-14E3-4F38-9AC5-9B013132C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37AF-EBFB-4FEF-AA0B-1F4330C53AF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864382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9B7EF-390F-4171-AF6B-D2E2CF08DD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EFD83A-E8E5-4E31-90E8-F7A5D48819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18E5E-FE35-4345-8695-701A80CC3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7D1E7-E71E-4E37-B985-CC14583BE2BF}" type="datetimeFigureOut">
              <a:rPr lang="en-NZ" smtClean="0"/>
              <a:t>24/09/2026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BBA79-6B74-41A3-A07D-0D5601DC3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475D4-9C7A-4E13-8574-92427FBEF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37AF-EBFB-4FEF-AA0B-1F4330C53AF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0795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ED308B-093E-47EA-B4CF-CB5E27996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460A6-0F84-49FF-9891-126C3A5B6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B0034-59F7-4F16-BABF-5A2DA15F4C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F7D1E7-E71E-4E37-B985-CC14583BE2BF}" type="datetimeFigureOut">
              <a:rPr lang="en-NZ" smtClean="0"/>
              <a:t>24/09/2026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A0B7B-CF96-43B4-8B89-974B651D5A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8F7F9-AFCF-494C-8BD2-D856EA5C32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B37AF-EBFB-4FEF-AA0B-1F4330C53AFE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14216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70861-2B3A-4284-A1B1-7C21381925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C4CC88-6934-4BDC-9D9A-DC2022E423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NZ" dirty="0">
                <a:solidFill>
                  <a:schemeClr val="accent2"/>
                </a:solidFill>
              </a:rPr>
              <a:t>Orange arrow = exit choice</a:t>
            </a:r>
          </a:p>
          <a:p>
            <a:r>
              <a:rPr lang="en-NZ" dirty="0">
                <a:solidFill>
                  <a:schemeClr val="accent1"/>
                </a:solidFill>
              </a:rPr>
              <a:t>Blue arrow = change of exit choice</a:t>
            </a:r>
          </a:p>
          <a:p>
            <a:r>
              <a:rPr lang="en-NZ" dirty="0">
                <a:solidFill>
                  <a:srgbClr val="FF0000"/>
                </a:solidFill>
              </a:rPr>
              <a:t>Red arrow = alerted by staff</a:t>
            </a:r>
          </a:p>
          <a:p>
            <a:r>
              <a:rPr lang="en-NZ" dirty="0">
                <a:solidFill>
                  <a:schemeClr val="accent6">
                    <a:lumMod val="50000"/>
                  </a:schemeClr>
                </a:solidFill>
              </a:rPr>
              <a:t>Green arrow = alerted by staff therefore change of exit choice</a:t>
            </a:r>
          </a:p>
        </p:txBody>
      </p:sp>
    </p:spTree>
    <p:extLst>
      <p:ext uri="{BB962C8B-B14F-4D97-AF65-F5344CB8AC3E}">
        <p14:creationId xmlns:p14="http://schemas.microsoft.com/office/powerpoint/2010/main" val="216434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19567" y="55670"/>
            <a:ext cx="3891842" cy="1455078"/>
          </a:xfrm>
        </p:spPr>
        <p:txBody>
          <a:bodyPr>
            <a:normAutofit fontScale="90000"/>
          </a:bodyPr>
          <a:lstStyle/>
          <a:p>
            <a:r>
              <a:rPr lang="en-NZ" dirty="0"/>
              <a:t>Level 1 020319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301" y="256596"/>
            <a:ext cx="5637266" cy="634480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</p:pic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7DF21AA-EE5F-45DF-9D33-E717855D49F4}"/>
              </a:ext>
            </a:extLst>
          </p:cNvPr>
          <p:cNvCxnSpPr>
            <a:cxnSpLocks/>
          </p:cNvCxnSpPr>
          <p:nvPr/>
        </p:nvCxnSpPr>
        <p:spPr>
          <a:xfrm>
            <a:off x="4254441" y="4249569"/>
            <a:ext cx="1378824" cy="26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62DA2309-9059-4679-9EA9-1F1D695D0DD3}"/>
              </a:ext>
            </a:extLst>
          </p:cNvPr>
          <p:cNvCxnSpPr>
            <a:cxnSpLocks/>
          </p:cNvCxnSpPr>
          <p:nvPr/>
        </p:nvCxnSpPr>
        <p:spPr>
          <a:xfrm>
            <a:off x="4348145" y="4109925"/>
            <a:ext cx="1286355" cy="169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3AAC0AA-E124-4AEB-89B4-C43C82B1E4AF}"/>
              </a:ext>
            </a:extLst>
          </p:cNvPr>
          <p:cNvCxnSpPr>
            <a:cxnSpLocks/>
          </p:cNvCxnSpPr>
          <p:nvPr/>
        </p:nvCxnSpPr>
        <p:spPr>
          <a:xfrm>
            <a:off x="1697078" y="3615716"/>
            <a:ext cx="1171712" cy="89970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387C36E9-2433-4AE9-BB65-F2EEF8934F83}"/>
              </a:ext>
            </a:extLst>
          </p:cNvPr>
          <p:cNvCxnSpPr>
            <a:cxnSpLocks/>
          </p:cNvCxnSpPr>
          <p:nvPr/>
        </p:nvCxnSpPr>
        <p:spPr>
          <a:xfrm>
            <a:off x="1180789" y="915182"/>
            <a:ext cx="171842" cy="272273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3" name="Oval 72">
            <a:extLst>
              <a:ext uri="{FF2B5EF4-FFF2-40B4-BE49-F238E27FC236}">
                <a16:creationId xmlns:a16="http://schemas.microsoft.com/office/drawing/2014/main" id="{90DD07CF-8228-4C67-92D5-046893A2E943}"/>
              </a:ext>
            </a:extLst>
          </p:cNvPr>
          <p:cNvSpPr/>
          <p:nvPr/>
        </p:nvSpPr>
        <p:spPr>
          <a:xfrm>
            <a:off x="919786" y="428336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92D6D6E-86B7-434B-BEB0-96993835DEB6}"/>
              </a:ext>
            </a:extLst>
          </p:cNvPr>
          <p:cNvSpPr/>
          <p:nvPr/>
        </p:nvSpPr>
        <p:spPr>
          <a:xfrm>
            <a:off x="1059011" y="712883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975105EB-2D91-4DD5-BFA7-08DFCA43C8A8}"/>
              </a:ext>
            </a:extLst>
          </p:cNvPr>
          <p:cNvSpPr/>
          <p:nvPr/>
        </p:nvSpPr>
        <p:spPr>
          <a:xfrm>
            <a:off x="807711" y="2001191"/>
            <a:ext cx="164802" cy="1942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5AAE2034-5F52-4A9D-97BC-1A5786775320}"/>
              </a:ext>
            </a:extLst>
          </p:cNvPr>
          <p:cNvSpPr/>
          <p:nvPr/>
        </p:nvSpPr>
        <p:spPr>
          <a:xfrm>
            <a:off x="886016" y="110718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57B0FC37-D4E1-45EE-B0F5-ED897A712398}"/>
              </a:ext>
            </a:extLst>
          </p:cNvPr>
          <p:cNvSpPr/>
          <p:nvPr/>
        </p:nvSpPr>
        <p:spPr>
          <a:xfrm>
            <a:off x="1016472" y="171458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E43F13E7-1785-4517-9350-4C0BF9ECBF83}"/>
              </a:ext>
            </a:extLst>
          </p:cNvPr>
          <p:cNvSpPr/>
          <p:nvPr/>
        </p:nvSpPr>
        <p:spPr>
          <a:xfrm>
            <a:off x="799518" y="171458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93AD8C4-8C21-486D-9D89-B516AC605C69}"/>
              </a:ext>
            </a:extLst>
          </p:cNvPr>
          <p:cNvCxnSpPr>
            <a:cxnSpLocks/>
          </p:cNvCxnSpPr>
          <p:nvPr/>
        </p:nvCxnSpPr>
        <p:spPr>
          <a:xfrm>
            <a:off x="1039841" y="1241050"/>
            <a:ext cx="404204" cy="643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BC2C597-2C95-4D2A-A1A4-5D90885941E9}"/>
              </a:ext>
            </a:extLst>
          </p:cNvPr>
          <p:cNvCxnSpPr>
            <a:cxnSpLocks/>
          </p:cNvCxnSpPr>
          <p:nvPr/>
        </p:nvCxnSpPr>
        <p:spPr>
          <a:xfrm>
            <a:off x="1029709" y="614756"/>
            <a:ext cx="414336" cy="1171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33764360-D27A-4447-A149-21F10C94F0A4}"/>
              </a:ext>
            </a:extLst>
          </p:cNvPr>
          <p:cNvCxnSpPr>
            <a:cxnSpLocks/>
          </p:cNvCxnSpPr>
          <p:nvPr/>
        </p:nvCxnSpPr>
        <p:spPr>
          <a:xfrm>
            <a:off x="1180789" y="1833129"/>
            <a:ext cx="382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19B74860-75EC-47D8-9632-C58BB01D1AE5}"/>
              </a:ext>
            </a:extLst>
          </p:cNvPr>
          <p:cNvCxnSpPr>
            <a:cxnSpLocks/>
          </p:cNvCxnSpPr>
          <p:nvPr/>
        </p:nvCxnSpPr>
        <p:spPr>
          <a:xfrm flipV="1">
            <a:off x="1004017" y="1916880"/>
            <a:ext cx="396202" cy="1661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6FFF324C-CBEF-4303-B770-F63C4566A5E5}"/>
              </a:ext>
            </a:extLst>
          </p:cNvPr>
          <p:cNvCxnSpPr>
            <a:cxnSpLocks/>
          </p:cNvCxnSpPr>
          <p:nvPr/>
        </p:nvCxnSpPr>
        <p:spPr>
          <a:xfrm>
            <a:off x="960443" y="1833129"/>
            <a:ext cx="4397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7" name="Oval 96">
            <a:extLst>
              <a:ext uri="{FF2B5EF4-FFF2-40B4-BE49-F238E27FC236}">
                <a16:creationId xmlns:a16="http://schemas.microsoft.com/office/drawing/2014/main" id="{D073D929-D2FA-45D7-ACDD-7F351CACFABA}"/>
              </a:ext>
            </a:extLst>
          </p:cNvPr>
          <p:cNvSpPr/>
          <p:nvPr/>
        </p:nvSpPr>
        <p:spPr>
          <a:xfrm>
            <a:off x="1658988" y="3429000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E45BA0B3-F7ED-4940-9642-3279580EE1A1}"/>
              </a:ext>
            </a:extLst>
          </p:cNvPr>
          <p:cNvSpPr/>
          <p:nvPr/>
        </p:nvSpPr>
        <p:spPr>
          <a:xfrm>
            <a:off x="3546591" y="3045639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379BC81D-1B35-4D30-881C-8201882F7AA6}"/>
              </a:ext>
            </a:extLst>
          </p:cNvPr>
          <p:cNvSpPr/>
          <p:nvPr/>
        </p:nvSpPr>
        <p:spPr>
          <a:xfrm>
            <a:off x="3528127" y="2501063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D0C9F06A-CDF4-447B-B41B-5B65B7DC9068}"/>
              </a:ext>
            </a:extLst>
          </p:cNvPr>
          <p:cNvSpPr/>
          <p:nvPr/>
        </p:nvSpPr>
        <p:spPr>
          <a:xfrm>
            <a:off x="3451354" y="2195409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CCF62C45-B34D-4F54-BE7A-FAAEF6A6AF7C}"/>
              </a:ext>
            </a:extLst>
          </p:cNvPr>
          <p:cNvCxnSpPr>
            <a:cxnSpLocks/>
            <a:stCxn id="100" idx="1"/>
          </p:cNvCxnSpPr>
          <p:nvPr/>
        </p:nvCxnSpPr>
        <p:spPr>
          <a:xfrm flipH="1">
            <a:off x="2768032" y="2525917"/>
            <a:ext cx="785430" cy="97101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63D1C556-6D3C-43F7-B218-67D7CE1EFD1C}"/>
              </a:ext>
            </a:extLst>
          </p:cNvPr>
          <p:cNvCxnSpPr>
            <a:cxnSpLocks/>
          </p:cNvCxnSpPr>
          <p:nvPr/>
        </p:nvCxnSpPr>
        <p:spPr>
          <a:xfrm flipH="1">
            <a:off x="2801758" y="2295101"/>
            <a:ext cx="693448" cy="121875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3744731-61DF-4FF3-99FC-9F0090ACAAF8}"/>
              </a:ext>
            </a:extLst>
          </p:cNvPr>
          <p:cNvCxnSpPr>
            <a:cxnSpLocks/>
          </p:cNvCxnSpPr>
          <p:nvPr/>
        </p:nvCxnSpPr>
        <p:spPr>
          <a:xfrm flipH="1">
            <a:off x="2730317" y="3217151"/>
            <a:ext cx="825703" cy="27986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8" name="Oval 107">
            <a:extLst>
              <a:ext uri="{FF2B5EF4-FFF2-40B4-BE49-F238E27FC236}">
                <a16:creationId xmlns:a16="http://schemas.microsoft.com/office/drawing/2014/main" id="{1826A220-A5B6-45A5-80FB-E05528D8FB85}"/>
              </a:ext>
            </a:extLst>
          </p:cNvPr>
          <p:cNvSpPr/>
          <p:nvPr/>
        </p:nvSpPr>
        <p:spPr>
          <a:xfrm>
            <a:off x="4504666" y="4096076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20946D27-816C-4999-96CC-CF70C3C02B2E}"/>
              </a:ext>
            </a:extLst>
          </p:cNvPr>
          <p:cNvSpPr/>
          <p:nvPr/>
        </p:nvSpPr>
        <p:spPr>
          <a:xfrm>
            <a:off x="4631074" y="423324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2F8A46F8-791C-4BE2-AF95-DDB24608726E}"/>
              </a:ext>
            </a:extLst>
          </p:cNvPr>
          <p:cNvSpPr/>
          <p:nvPr/>
        </p:nvSpPr>
        <p:spPr>
          <a:xfrm>
            <a:off x="4373662" y="480469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AD52E4BE-5E37-44C6-B4AF-78ACE2D293FA}"/>
              </a:ext>
            </a:extLst>
          </p:cNvPr>
          <p:cNvSpPr/>
          <p:nvPr/>
        </p:nvSpPr>
        <p:spPr>
          <a:xfrm>
            <a:off x="4363714" y="459405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F938FCB7-698B-4D7B-80DB-214656AB474C}"/>
              </a:ext>
            </a:extLst>
          </p:cNvPr>
          <p:cNvSpPr/>
          <p:nvPr/>
        </p:nvSpPr>
        <p:spPr>
          <a:xfrm>
            <a:off x="4601136" y="460071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0B20AF38-24F0-4AB7-97C7-C1983822B705}"/>
              </a:ext>
            </a:extLst>
          </p:cNvPr>
          <p:cNvSpPr/>
          <p:nvPr/>
        </p:nvSpPr>
        <p:spPr>
          <a:xfrm>
            <a:off x="3729864" y="4136542"/>
            <a:ext cx="172995" cy="169712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08B617EF-51CA-473B-AA87-B149A8CA1A42}"/>
              </a:ext>
            </a:extLst>
          </p:cNvPr>
          <p:cNvSpPr/>
          <p:nvPr/>
        </p:nvSpPr>
        <p:spPr>
          <a:xfrm>
            <a:off x="3882264" y="4288942"/>
            <a:ext cx="172995" cy="169712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A02DDE2E-55CF-4BB8-9EE8-94518DD38778}"/>
              </a:ext>
            </a:extLst>
          </p:cNvPr>
          <p:cNvSpPr/>
          <p:nvPr/>
        </p:nvSpPr>
        <p:spPr>
          <a:xfrm>
            <a:off x="3633088" y="4351542"/>
            <a:ext cx="172995" cy="169712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5390469D-0E07-4882-8FB4-2D4343D5536B}"/>
              </a:ext>
            </a:extLst>
          </p:cNvPr>
          <p:cNvSpPr/>
          <p:nvPr/>
        </p:nvSpPr>
        <p:spPr>
          <a:xfrm>
            <a:off x="4158676" y="4004700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7439874C-69F5-4767-96D1-2C0AD5A1BD1C}"/>
              </a:ext>
            </a:extLst>
          </p:cNvPr>
          <p:cNvSpPr/>
          <p:nvPr/>
        </p:nvSpPr>
        <p:spPr>
          <a:xfrm>
            <a:off x="4159056" y="4215170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D12026EE-B6D3-46DE-A3BA-60EFA807C073}"/>
              </a:ext>
            </a:extLst>
          </p:cNvPr>
          <p:cNvCxnSpPr>
            <a:cxnSpLocks/>
          </p:cNvCxnSpPr>
          <p:nvPr/>
        </p:nvCxnSpPr>
        <p:spPr>
          <a:xfrm>
            <a:off x="4946252" y="5913441"/>
            <a:ext cx="257587" cy="249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F35EE4E1-33B3-47B3-8951-3241E0F9AC0B}"/>
              </a:ext>
            </a:extLst>
          </p:cNvPr>
          <p:cNvCxnSpPr>
            <a:cxnSpLocks/>
          </p:cNvCxnSpPr>
          <p:nvPr/>
        </p:nvCxnSpPr>
        <p:spPr>
          <a:xfrm flipV="1">
            <a:off x="4834732" y="4265611"/>
            <a:ext cx="784656" cy="76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F5E190FD-0272-428B-92FD-AAFB7CDE01E6}"/>
              </a:ext>
            </a:extLst>
          </p:cNvPr>
          <p:cNvCxnSpPr>
            <a:cxnSpLocks/>
          </p:cNvCxnSpPr>
          <p:nvPr/>
        </p:nvCxnSpPr>
        <p:spPr>
          <a:xfrm>
            <a:off x="4496482" y="4754938"/>
            <a:ext cx="674338" cy="1463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51431D97-D72C-4BD3-8BC5-AE59955294A9}"/>
              </a:ext>
            </a:extLst>
          </p:cNvPr>
          <p:cNvCxnSpPr>
            <a:cxnSpLocks/>
          </p:cNvCxnSpPr>
          <p:nvPr/>
        </p:nvCxnSpPr>
        <p:spPr>
          <a:xfrm>
            <a:off x="4496310" y="4923961"/>
            <a:ext cx="697931" cy="1422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82996457-174F-4808-A5EE-7AD7D2E83E1A}"/>
              </a:ext>
            </a:extLst>
          </p:cNvPr>
          <p:cNvCxnSpPr>
            <a:cxnSpLocks/>
          </p:cNvCxnSpPr>
          <p:nvPr/>
        </p:nvCxnSpPr>
        <p:spPr>
          <a:xfrm>
            <a:off x="4723977" y="4755501"/>
            <a:ext cx="470264" cy="1579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C652CB30-8258-4472-A6BB-227820DDBDD9}"/>
              </a:ext>
            </a:extLst>
          </p:cNvPr>
          <p:cNvCxnSpPr>
            <a:cxnSpLocks/>
          </p:cNvCxnSpPr>
          <p:nvPr/>
        </p:nvCxnSpPr>
        <p:spPr>
          <a:xfrm>
            <a:off x="4677661" y="4187267"/>
            <a:ext cx="856081" cy="16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9" name="Oval 138">
            <a:extLst>
              <a:ext uri="{FF2B5EF4-FFF2-40B4-BE49-F238E27FC236}">
                <a16:creationId xmlns:a16="http://schemas.microsoft.com/office/drawing/2014/main" id="{C6FF1EBA-3D2C-407A-AC29-3AF437FAF88A}"/>
              </a:ext>
            </a:extLst>
          </p:cNvPr>
          <p:cNvSpPr/>
          <p:nvPr/>
        </p:nvSpPr>
        <p:spPr>
          <a:xfrm>
            <a:off x="4834732" y="579591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075F40EA-6B20-4E38-9942-7A7FB89882C4}"/>
              </a:ext>
            </a:extLst>
          </p:cNvPr>
          <p:cNvSpPr/>
          <p:nvPr/>
        </p:nvSpPr>
        <p:spPr>
          <a:xfrm>
            <a:off x="4642259" y="620999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52A56470-EB2A-4BA8-9662-CC8B357A0EF9}"/>
              </a:ext>
            </a:extLst>
          </p:cNvPr>
          <p:cNvCxnSpPr>
            <a:cxnSpLocks/>
          </p:cNvCxnSpPr>
          <p:nvPr/>
        </p:nvCxnSpPr>
        <p:spPr>
          <a:xfrm>
            <a:off x="4815254" y="6335529"/>
            <a:ext cx="3963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4" name="Oval 143">
            <a:extLst>
              <a:ext uri="{FF2B5EF4-FFF2-40B4-BE49-F238E27FC236}">
                <a16:creationId xmlns:a16="http://schemas.microsoft.com/office/drawing/2014/main" id="{7C6A4A09-9EC5-4F17-9B52-D9A61A4B9FE5}"/>
              </a:ext>
            </a:extLst>
          </p:cNvPr>
          <p:cNvSpPr/>
          <p:nvPr/>
        </p:nvSpPr>
        <p:spPr>
          <a:xfrm>
            <a:off x="3450707" y="512183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D05AFC9C-45FE-4302-A69D-8025E51AEF91}"/>
              </a:ext>
            </a:extLst>
          </p:cNvPr>
          <p:cNvCxnSpPr>
            <a:cxnSpLocks/>
          </p:cNvCxnSpPr>
          <p:nvPr/>
        </p:nvCxnSpPr>
        <p:spPr>
          <a:xfrm>
            <a:off x="2408688" y="5845452"/>
            <a:ext cx="2756784" cy="504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46CED3A2-FA3A-47C4-B43D-5F5FB3A3C386}"/>
              </a:ext>
            </a:extLst>
          </p:cNvPr>
          <p:cNvCxnSpPr>
            <a:cxnSpLocks/>
          </p:cNvCxnSpPr>
          <p:nvPr/>
        </p:nvCxnSpPr>
        <p:spPr>
          <a:xfrm>
            <a:off x="2171698" y="5803250"/>
            <a:ext cx="2993774" cy="467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8" name="Oval 157">
            <a:extLst>
              <a:ext uri="{FF2B5EF4-FFF2-40B4-BE49-F238E27FC236}">
                <a16:creationId xmlns:a16="http://schemas.microsoft.com/office/drawing/2014/main" id="{9A3728A6-0224-4536-AC4C-33F105E2C0B3}"/>
              </a:ext>
            </a:extLst>
          </p:cNvPr>
          <p:cNvSpPr/>
          <p:nvPr/>
        </p:nvSpPr>
        <p:spPr>
          <a:xfrm>
            <a:off x="2235693" y="576059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471D4851-47F7-479D-B6C0-2C031488B4B0}"/>
              </a:ext>
            </a:extLst>
          </p:cNvPr>
          <p:cNvSpPr/>
          <p:nvPr/>
        </p:nvSpPr>
        <p:spPr>
          <a:xfrm>
            <a:off x="1998703" y="574874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D08BBEB0-FCD1-431D-97AE-25BD2E6C18F9}"/>
              </a:ext>
            </a:extLst>
          </p:cNvPr>
          <p:cNvCxnSpPr>
            <a:cxnSpLocks/>
          </p:cNvCxnSpPr>
          <p:nvPr/>
        </p:nvCxnSpPr>
        <p:spPr>
          <a:xfrm>
            <a:off x="3633088" y="5215911"/>
            <a:ext cx="1659505" cy="994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A41B81C2-11F1-4397-A1E0-97673CE7FD84}"/>
              </a:ext>
            </a:extLst>
          </p:cNvPr>
          <p:cNvSpPr txBox="1"/>
          <p:nvPr/>
        </p:nvSpPr>
        <p:spPr>
          <a:xfrm>
            <a:off x="468418" y="1614771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DDDC3A4-2ACB-47C3-99E2-E9FED5C3D7C5}"/>
              </a:ext>
            </a:extLst>
          </p:cNvPr>
          <p:cNvSpPr txBox="1"/>
          <p:nvPr/>
        </p:nvSpPr>
        <p:spPr>
          <a:xfrm>
            <a:off x="481543" y="1925769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E839B5C-247E-4136-9A4E-1239384D4781}"/>
              </a:ext>
            </a:extLst>
          </p:cNvPr>
          <p:cNvSpPr txBox="1"/>
          <p:nvPr/>
        </p:nvSpPr>
        <p:spPr>
          <a:xfrm>
            <a:off x="551961" y="1001014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1438BAD-688F-4A19-B66A-7E7FC0FC921B}"/>
              </a:ext>
            </a:extLst>
          </p:cNvPr>
          <p:cNvSpPr txBox="1"/>
          <p:nvPr/>
        </p:nvSpPr>
        <p:spPr>
          <a:xfrm>
            <a:off x="607826" y="295550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FE9FD67-17ED-4AF5-91A1-EB462719C7C9}"/>
              </a:ext>
            </a:extLst>
          </p:cNvPr>
          <p:cNvSpPr txBox="1"/>
          <p:nvPr/>
        </p:nvSpPr>
        <p:spPr>
          <a:xfrm>
            <a:off x="727637" y="665317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23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C2E81F4-9ED8-477F-9EC9-708946EA206C}"/>
              </a:ext>
            </a:extLst>
          </p:cNvPr>
          <p:cNvCxnSpPr>
            <a:cxnSpLocks/>
          </p:cNvCxnSpPr>
          <p:nvPr/>
        </p:nvCxnSpPr>
        <p:spPr>
          <a:xfrm>
            <a:off x="1318620" y="3635491"/>
            <a:ext cx="4022006" cy="265935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544169F2-C9E4-45FD-AE67-98E15AF78DE5}"/>
              </a:ext>
            </a:extLst>
          </p:cNvPr>
          <p:cNvSpPr txBox="1"/>
          <p:nvPr/>
        </p:nvSpPr>
        <p:spPr>
          <a:xfrm>
            <a:off x="3654220" y="2921059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760A1CF-31C7-4205-964F-3042DB6C2777}"/>
              </a:ext>
            </a:extLst>
          </p:cNvPr>
          <p:cNvSpPr txBox="1"/>
          <p:nvPr/>
        </p:nvSpPr>
        <p:spPr>
          <a:xfrm>
            <a:off x="3681394" y="2383669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8C13149-2258-4535-9340-F1E2CE32C09A}"/>
              </a:ext>
            </a:extLst>
          </p:cNvPr>
          <p:cNvSpPr txBox="1"/>
          <p:nvPr/>
        </p:nvSpPr>
        <p:spPr>
          <a:xfrm>
            <a:off x="3641251" y="2085311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26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3396EE8-C6DB-409E-A97C-EA83250BDA46}"/>
              </a:ext>
            </a:extLst>
          </p:cNvPr>
          <p:cNvCxnSpPr>
            <a:cxnSpLocks/>
          </p:cNvCxnSpPr>
          <p:nvPr/>
        </p:nvCxnSpPr>
        <p:spPr>
          <a:xfrm>
            <a:off x="2768032" y="3521796"/>
            <a:ext cx="2379284" cy="273257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C7EEDF0-D985-418D-ADD6-D7A83E706D19}"/>
              </a:ext>
            </a:extLst>
          </p:cNvPr>
          <p:cNvCxnSpPr>
            <a:cxnSpLocks/>
          </p:cNvCxnSpPr>
          <p:nvPr/>
        </p:nvCxnSpPr>
        <p:spPr>
          <a:xfrm>
            <a:off x="2868790" y="3537607"/>
            <a:ext cx="2342855" cy="278404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EDE1090B-E85A-4EBB-93EF-C420726F1D46}"/>
              </a:ext>
            </a:extLst>
          </p:cNvPr>
          <p:cNvCxnSpPr>
            <a:cxnSpLocks/>
          </p:cNvCxnSpPr>
          <p:nvPr/>
        </p:nvCxnSpPr>
        <p:spPr>
          <a:xfrm>
            <a:off x="2851781" y="3560276"/>
            <a:ext cx="2329261" cy="273087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84AD55C5-7B44-4F17-8D79-4F19FBEF3458}"/>
              </a:ext>
            </a:extLst>
          </p:cNvPr>
          <p:cNvSpPr txBox="1"/>
          <p:nvPr/>
        </p:nvSpPr>
        <p:spPr>
          <a:xfrm>
            <a:off x="1740547" y="3352941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27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B77ABAD1-2FED-4A9A-9DE7-266A553F35BC}"/>
              </a:ext>
            </a:extLst>
          </p:cNvPr>
          <p:cNvCxnSpPr>
            <a:cxnSpLocks/>
          </p:cNvCxnSpPr>
          <p:nvPr/>
        </p:nvCxnSpPr>
        <p:spPr>
          <a:xfrm>
            <a:off x="2868790" y="4486762"/>
            <a:ext cx="2443613" cy="180609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80DC61FA-F32E-4395-9FD5-532B796DA886}"/>
              </a:ext>
            </a:extLst>
          </p:cNvPr>
          <p:cNvSpPr txBox="1"/>
          <p:nvPr/>
        </p:nvSpPr>
        <p:spPr>
          <a:xfrm>
            <a:off x="4172794" y="4100159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35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0D31125-80BB-433C-BD91-18BD00443AF0}"/>
              </a:ext>
            </a:extLst>
          </p:cNvPr>
          <p:cNvSpPr txBox="1"/>
          <p:nvPr/>
        </p:nvSpPr>
        <p:spPr>
          <a:xfrm>
            <a:off x="4180211" y="3866310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34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3BCD47E-6E1C-4536-9F8C-C96C249FB818}"/>
              </a:ext>
            </a:extLst>
          </p:cNvPr>
          <p:cNvSpPr txBox="1"/>
          <p:nvPr/>
        </p:nvSpPr>
        <p:spPr>
          <a:xfrm>
            <a:off x="4649525" y="4496455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28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5754501-6CE5-4AB5-AE05-CABB2F5ACEC4}"/>
              </a:ext>
            </a:extLst>
          </p:cNvPr>
          <p:cNvSpPr txBox="1"/>
          <p:nvPr/>
        </p:nvSpPr>
        <p:spPr>
          <a:xfrm>
            <a:off x="4378610" y="4515416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29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AEA71922-D851-4DEF-AC7C-6B777919B19E}"/>
              </a:ext>
            </a:extLst>
          </p:cNvPr>
          <p:cNvSpPr txBox="1"/>
          <p:nvPr/>
        </p:nvSpPr>
        <p:spPr>
          <a:xfrm>
            <a:off x="4403539" y="4715147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30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DD17123-2159-4BB5-8A3D-3BC4AF2E21AD}"/>
              </a:ext>
            </a:extLst>
          </p:cNvPr>
          <p:cNvSpPr txBox="1"/>
          <p:nvPr/>
        </p:nvSpPr>
        <p:spPr>
          <a:xfrm>
            <a:off x="4868039" y="5697544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36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A08B0E3C-A712-40E6-A4D4-15E1F2122AAB}"/>
              </a:ext>
            </a:extLst>
          </p:cNvPr>
          <p:cNvSpPr txBox="1"/>
          <p:nvPr/>
        </p:nvSpPr>
        <p:spPr>
          <a:xfrm>
            <a:off x="3474894" y="5047046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39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0CE750BA-90BD-4745-800D-F164EAB24426}"/>
              </a:ext>
            </a:extLst>
          </p:cNvPr>
          <p:cNvSpPr txBox="1"/>
          <p:nvPr/>
        </p:nvSpPr>
        <p:spPr>
          <a:xfrm>
            <a:off x="4523640" y="3946857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37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0FAEB08-6E2F-4098-A1A9-4E797ADF42F4}"/>
              </a:ext>
            </a:extLst>
          </p:cNvPr>
          <p:cNvSpPr txBox="1"/>
          <p:nvPr/>
        </p:nvSpPr>
        <p:spPr>
          <a:xfrm>
            <a:off x="4649614" y="6113122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40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8722497-09F6-4584-B2CA-AEBADD06E7A6}"/>
              </a:ext>
            </a:extLst>
          </p:cNvPr>
          <p:cNvSpPr txBox="1"/>
          <p:nvPr/>
        </p:nvSpPr>
        <p:spPr>
          <a:xfrm>
            <a:off x="1862104" y="5825734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41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6B91A56-2431-4BC2-92DE-508E09CF4790}"/>
              </a:ext>
            </a:extLst>
          </p:cNvPr>
          <p:cNvSpPr txBox="1"/>
          <p:nvPr/>
        </p:nvSpPr>
        <p:spPr>
          <a:xfrm>
            <a:off x="2178149" y="5801155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42</a:t>
            </a:r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4D2B1EDE-7120-4E0B-9863-305EE5DE8BA2}"/>
              </a:ext>
            </a:extLst>
          </p:cNvPr>
          <p:cNvSpPr/>
          <p:nvPr/>
        </p:nvSpPr>
        <p:spPr>
          <a:xfrm>
            <a:off x="2655282" y="5333997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06F0E2F-AAD6-4406-AEFE-8A7F2EDD3D93}"/>
              </a:ext>
            </a:extLst>
          </p:cNvPr>
          <p:cNvCxnSpPr/>
          <p:nvPr/>
        </p:nvCxnSpPr>
        <p:spPr>
          <a:xfrm flipV="1">
            <a:off x="2828277" y="4653826"/>
            <a:ext cx="0" cy="762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91F4566-559B-473A-987D-3B4CFCD600AD}"/>
              </a:ext>
            </a:extLst>
          </p:cNvPr>
          <p:cNvCxnSpPr/>
          <p:nvPr/>
        </p:nvCxnSpPr>
        <p:spPr>
          <a:xfrm>
            <a:off x="2868790" y="4715147"/>
            <a:ext cx="2229759" cy="1503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328C8FEF-E828-453A-A556-9F11EFF80D95}"/>
              </a:ext>
            </a:extLst>
          </p:cNvPr>
          <p:cNvSpPr txBox="1"/>
          <p:nvPr/>
        </p:nvSpPr>
        <p:spPr>
          <a:xfrm>
            <a:off x="2624334" y="5427064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43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5337817-90B0-4412-B6B1-B1AE24692AC5}"/>
              </a:ext>
            </a:extLst>
          </p:cNvPr>
          <p:cNvSpPr txBox="1"/>
          <p:nvPr/>
        </p:nvSpPr>
        <p:spPr>
          <a:xfrm>
            <a:off x="4675541" y="4152353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38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8180FC48-0B37-43B5-B586-D71EBED11AD9}"/>
              </a:ext>
            </a:extLst>
          </p:cNvPr>
          <p:cNvCxnSpPr>
            <a:cxnSpLocks/>
          </p:cNvCxnSpPr>
          <p:nvPr/>
        </p:nvCxnSpPr>
        <p:spPr>
          <a:xfrm>
            <a:off x="3803047" y="4221398"/>
            <a:ext cx="1385918" cy="2055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536F12E6-647B-4C15-A0DE-210E61BA770F}"/>
              </a:ext>
            </a:extLst>
          </p:cNvPr>
          <p:cNvSpPr txBox="1"/>
          <p:nvPr/>
        </p:nvSpPr>
        <p:spPr>
          <a:xfrm>
            <a:off x="3811109" y="4230663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33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40B6086-51C6-44A9-A0A6-931884E1DCD6}"/>
              </a:ext>
            </a:extLst>
          </p:cNvPr>
          <p:cNvSpPr txBox="1"/>
          <p:nvPr/>
        </p:nvSpPr>
        <p:spPr>
          <a:xfrm>
            <a:off x="3454111" y="4284494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31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E87C50E-7B15-476E-9346-4972D70836A2}"/>
              </a:ext>
            </a:extLst>
          </p:cNvPr>
          <p:cNvSpPr txBox="1"/>
          <p:nvPr/>
        </p:nvSpPr>
        <p:spPr>
          <a:xfrm>
            <a:off x="3645431" y="3945827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32</a:t>
            </a:r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B743CD66-F3F8-4E09-A2EE-FE591C848BC6}"/>
              </a:ext>
            </a:extLst>
          </p:cNvPr>
          <p:cNvCxnSpPr>
            <a:cxnSpLocks/>
          </p:cNvCxnSpPr>
          <p:nvPr/>
        </p:nvCxnSpPr>
        <p:spPr>
          <a:xfrm>
            <a:off x="3979475" y="4367979"/>
            <a:ext cx="1385918" cy="2055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F7127A81-DA1F-4EB3-934F-5C27935BDE9B}"/>
              </a:ext>
            </a:extLst>
          </p:cNvPr>
          <p:cNvCxnSpPr>
            <a:cxnSpLocks/>
          </p:cNvCxnSpPr>
          <p:nvPr/>
        </p:nvCxnSpPr>
        <p:spPr>
          <a:xfrm>
            <a:off x="3763010" y="4475886"/>
            <a:ext cx="1511967" cy="1913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60132674-73FA-4691-8145-2BCBA7B33F6B}"/>
              </a:ext>
            </a:extLst>
          </p:cNvPr>
          <p:cNvSpPr txBox="1"/>
          <p:nvPr/>
        </p:nvSpPr>
        <p:spPr>
          <a:xfrm>
            <a:off x="6069435" y="4174412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6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7CEC0F9-5563-45D6-A27B-3611972E72DF}"/>
              </a:ext>
            </a:extLst>
          </p:cNvPr>
          <p:cNvSpPr txBox="1"/>
          <p:nvPr/>
        </p:nvSpPr>
        <p:spPr>
          <a:xfrm>
            <a:off x="1329567" y="1721362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5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E7AE49D2-B6C1-415B-86F2-3C050AB5856A}"/>
              </a:ext>
            </a:extLst>
          </p:cNvPr>
          <p:cNvSpPr txBox="1"/>
          <p:nvPr/>
        </p:nvSpPr>
        <p:spPr>
          <a:xfrm>
            <a:off x="5283875" y="6165023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4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173B2F2-B361-4A62-AA03-FEA069271F7E}"/>
              </a:ext>
            </a:extLst>
          </p:cNvPr>
          <p:cNvSpPr txBox="1"/>
          <p:nvPr/>
        </p:nvSpPr>
        <p:spPr>
          <a:xfrm>
            <a:off x="866361" y="6541813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2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D56482F-ED78-45B5-B3B5-2E9B13DA0800}"/>
              </a:ext>
            </a:extLst>
          </p:cNvPr>
          <p:cNvSpPr txBox="1"/>
          <p:nvPr/>
        </p:nvSpPr>
        <p:spPr>
          <a:xfrm>
            <a:off x="191902" y="5196387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3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C8CCE80C-6F5B-46B8-9F6D-C0EC31BEC7EA}"/>
              </a:ext>
            </a:extLst>
          </p:cNvPr>
          <p:cNvSpPr txBox="1"/>
          <p:nvPr/>
        </p:nvSpPr>
        <p:spPr>
          <a:xfrm>
            <a:off x="2724476" y="4415254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1</a:t>
            </a:r>
          </a:p>
        </p:txBody>
      </p:sp>
    </p:spTree>
    <p:extLst>
      <p:ext uri="{BB962C8B-B14F-4D97-AF65-F5344CB8AC3E}">
        <p14:creationId xmlns:p14="http://schemas.microsoft.com/office/powerpoint/2010/main" val="463749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CCD3F6-6343-4648-B781-36C9E3D92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18" y="330405"/>
            <a:ext cx="6063048" cy="6197189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5CB8227F-2F0B-4EFA-9973-2009643E7A35}"/>
              </a:ext>
            </a:extLst>
          </p:cNvPr>
          <p:cNvSpPr/>
          <p:nvPr/>
        </p:nvSpPr>
        <p:spPr>
          <a:xfrm>
            <a:off x="2879496" y="5508966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F9E14E7-1DE6-419F-8197-9EF8E505000E}"/>
              </a:ext>
            </a:extLst>
          </p:cNvPr>
          <p:cNvSpPr/>
          <p:nvPr/>
        </p:nvSpPr>
        <p:spPr>
          <a:xfrm>
            <a:off x="3102871" y="594950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413B15C-C6D1-4C35-80AD-C65FA37E3A3E}"/>
              </a:ext>
            </a:extLst>
          </p:cNvPr>
          <p:cNvSpPr/>
          <p:nvPr/>
        </p:nvSpPr>
        <p:spPr>
          <a:xfrm>
            <a:off x="4005570" y="589248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3DD07D5-9143-4D9B-BD0A-24494D5B4C77}"/>
              </a:ext>
            </a:extLst>
          </p:cNvPr>
          <p:cNvSpPr/>
          <p:nvPr/>
        </p:nvSpPr>
        <p:spPr>
          <a:xfrm>
            <a:off x="4007779" y="6119220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6C0FA5-8C33-47E2-89A2-4374D42C51CD}"/>
              </a:ext>
            </a:extLst>
          </p:cNvPr>
          <p:cNvCxnSpPr>
            <a:cxnSpLocks/>
          </p:cNvCxnSpPr>
          <p:nvPr/>
        </p:nvCxnSpPr>
        <p:spPr>
          <a:xfrm flipV="1">
            <a:off x="3052491" y="4301212"/>
            <a:ext cx="1805995" cy="1269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E4B3312-706F-4922-AB65-468916312A75}"/>
              </a:ext>
            </a:extLst>
          </p:cNvPr>
          <p:cNvCxnSpPr>
            <a:cxnSpLocks/>
          </p:cNvCxnSpPr>
          <p:nvPr/>
        </p:nvCxnSpPr>
        <p:spPr>
          <a:xfrm flipV="1">
            <a:off x="3205734" y="4101998"/>
            <a:ext cx="1659651" cy="1952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F0FBDC0-FEE8-49EF-A3B6-1EDE7CCBEFE2}"/>
              </a:ext>
            </a:extLst>
          </p:cNvPr>
          <p:cNvCxnSpPr>
            <a:cxnSpLocks/>
          </p:cNvCxnSpPr>
          <p:nvPr/>
        </p:nvCxnSpPr>
        <p:spPr>
          <a:xfrm flipV="1">
            <a:off x="4178565" y="4101998"/>
            <a:ext cx="778555" cy="2045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6E20237-20C2-475E-ADC0-BAE336778F18}"/>
              </a:ext>
            </a:extLst>
          </p:cNvPr>
          <p:cNvCxnSpPr>
            <a:cxnSpLocks/>
          </p:cNvCxnSpPr>
          <p:nvPr/>
        </p:nvCxnSpPr>
        <p:spPr>
          <a:xfrm flipV="1">
            <a:off x="4132713" y="4147312"/>
            <a:ext cx="732672" cy="1752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10347352-9592-4936-8A87-4881CAE96312}"/>
              </a:ext>
            </a:extLst>
          </p:cNvPr>
          <p:cNvSpPr/>
          <p:nvPr/>
        </p:nvSpPr>
        <p:spPr>
          <a:xfrm>
            <a:off x="5342030" y="5051412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597273C-3714-4C63-99B6-67DBB6D306BA}"/>
              </a:ext>
            </a:extLst>
          </p:cNvPr>
          <p:cNvSpPr/>
          <p:nvPr/>
        </p:nvSpPr>
        <p:spPr>
          <a:xfrm>
            <a:off x="4565247" y="4688962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0C24959-BEC7-439D-B933-0CFD5D81FF33}"/>
              </a:ext>
            </a:extLst>
          </p:cNvPr>
          <p:cNvSpPr/>
          <p:nvPr/>
        </p:nvSpPr>
        <p:spPr>
          <a:xfrm>
            <a:off x="4565248" y="449743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FB8E75B-3C99-40CE-BB9F-254CD8B8C6DB}"/>
              </a:ext>
            </a:extLst>
          </p:cNvPr>
          <p:cNvCxnSpPr>
            <a:cxnSpLocks/>
          </p:cNvCxnSpPr>
          <p:nvPr/>
        </p:nvCxnSpPr>
        <p:spPr>
          <a:xfrm flipH="1" flipV="1">
            <a:off x="5110519" y="3986517"/>
            <a:ext cx="203523" cy="656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DD51886-1B1E-4CA0-9011-372752D330DF}"/>
              </a:ext>
            </a:extLst>
          </p:cNvPr>
          <p:cNvCxnSpPr>
            <a:cxnSpLocks/>
          </p:cNvCxnSpPr>
          <p:nvPr/>
        </p:nvCxnSpPr>
        <p:spPr>
          <a:xfrm flipV="1">
            <a:off x="3480453" y="4147312"/>
            <a:ext cx="1476667" cy="1939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484290D-60A1-428C-A3C9-9D977D0C2B9F}"/>
              </a:ext>
            </a:extLst>
          </p:cNvPr>
          <p:cNvSpPr/>
          <p:nvPr/>
        </p:nvSpPr>
        <p:spPr>
          <a:xfrm>
            <a:off x="5245997" y="464314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ECF04F6-BAFF-4ABE-AA1E-64ADE3B1636F}"/>
              </a:ext>
            </a:extLst>
          </p:cNvPr>
          <p:cNvCxnSpPr>
            <a:cxnSpLocks/>
          </p:cNvCxnSpPr>
          <p:nvPr/>
        </p:nvCxnSpPr>
        <p:spPr>
          <a:xfrm>
            <a:off x="5439002" y="5085001"/>
            <a:ext cx="7138" cy="5423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74CE814-6EF3-4B12-8D51-C00343F083A6}"/>
              </a:ext>
            </a:extLst>
          </p:cNvPr>
          <p:cNvCxnSpPr>
            <a:cxnSpLocks/>
          </p:cNvCxnSpPr>
          <p:nvPr/>
        </p:nvCxnSpPr>
        <p:spPr>
          <a:xfrm flipV="1">
            <a:off x="4697698" y="4066019"/>
            <a:ext cx="113497" cy="407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B369BC2-93DA-4AD0-BFA2-20BD5137437A}"/>
              </a:ext>
            </a:extLst>
          </p:cNvPr>
          <p:cNvCxnSpPr>
            <a:cxnSpLocks/>
          </p:cNvCxnSpPr>
          <p:nvPr/>
        </p:nvCxnSpPr>
        <p:spPr>
          <a:xfrm flipV="1">
            <a:off x="4696641" y="4080809"/>
            <a:ext cx="203445" cy="6257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70864F70-340B-4876-B274-A41B726C4A15}"/>
              </a:ext>
            </a:extLst>
          </p:cNvPr>
          <p:cNvSpPr/>
          <p:nvPr/>
        </p:nvSpPr>
        <p:spPr>
          <a:xfrm>
            <a:off x="3543203" y="299643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CC430B8-EB83-4DF2-969F-E50972EFAFB7}"/>
              </a:ext>
            </a:extLst>
          </p:cNvPr>
          <p:cNvSpPr/>
          <p:nvPr/>
        </p:nvSpPr>
        <p:spPr>
          <a:xfrm>
            <a:off x="3374500" y="605409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1BEB5D1-F75B-4169-95D6-A4BE5D2716A6}"/>
              </a:ext>
            </a:extLst>
          </p:cNvPr>
          <p:cNvSpPr/>
          <p:nvPr/>
        </p:nvSpPr>
        <p:spPr>
          <a:xfrm>
            <a:off x="3566950" y="277192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0DACBC7-B361-49BE-973E-DF2A5AD8521B}"/>
              </a:ext>
            </a:extLst>
          </p:cNvPr>
          <p:cNvSpPr/>
          <p:nvPr/>
        </p:nvSpPr>
        <p:spPr>
          <a:xfrm>
            <a:off x="3628800" y="256613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248C9D1-16DC-4778-98B3-F024F8746810}"/>
              </a:ext>
            </a:extLst>
          </p:cNvPr>
          <p:cNvSpPr/>
          <p:nvPr/>
        </p:nvSpPr>
        <p:spPr>
          <a:xfrm>
            <a:off x="3393955" y="2610752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B07895E-99D9-4AC4-997A-A0E13C57DF2C}"/>
              </a:ext>
            </a:extLst>
          </p:cNvPr>
          <p:cNvSpPr/>
          <p:nvPr/>
        </p:nvSpPr>
        <p:spPr>
          <a:xfrm>
            <a:off x="3393955" y="239821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836A598-6650-40C9-BADB-CB83C585E6D7}"/>
              </a:ext>
            </a:extLst>
          </p:cNvPr>
          <p:cNvSpPr/>
          <p:nvPr/>
        </p:nvSpPr>
        <p:spPr>
          <a:xfrm>
            <a:off x="3102871" y="2396422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951EAEE-4EE8-440F-96DE-24A34742788F}"/>
              </a:ext>
            </a:extLst>
          </p:cNvPr>
          <p:cNvSpPr/>
          <p:nvPr/>
        </p:nvSpPr>
        <p:spPr>
          <a:xfrm>
            <a:off x="3782493" y="299643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E0A09FA-E10D-47F8-AA07-CD356028934B}"/>
              </a:ext>
            </a:extLst>
          </p:cNvPr>
          <p:cNvSpPr/>
          <p:nvPr/>
        </p:nvSpPr>
        <p:spPr>
          <a:xfrm>
            <a:off x="2621512" y="308129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0FE91A2-8886-4EA6-A9D7-A6727BDBFA6E}"/>
              </a:ext>
            </a:extLst>
          </p:cNvPr>
          <p:cNvSpPr/>
          <p:nvPr/>
        </p:nvSpPr>
        <p:spPr>
          <a:xfrm>
            <a:off x="3014783" y="352762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52E047B-B907-4E97-A7B6-9903698F3BA2}"/>
              </a:ext>
            </a:extLst>
          </p:cNvPr>
          <p:cNvSpPr/>
          <p:nvPr/>
        </p:nvSpPr>
        <p:spPr>
          <a:xfrm>
            <a:off x="2085402" y="244468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844A442-8E07-41DC-AED5-4B9DE708AD2E}"/>
              </a:ext>
            </a:extLst>
          </p:cNvPr>
          <p:cNvSpPr/>
          <p:nvPr/>
        </p:nvSpPr>
        <p:spPr>
          <a:xfrm>
            <a:off x="2084483" y="222519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9882781-AB80-4704-A134-8714C615C85D}"/>
              </a:ext>
            </a:extLst>
          </p:cNvPr>
          <p:cNvCxnSpPr>
            <a:cxnSpLocks/>
          </p:cNvCxnSpPr>
          <p:nvPr/>
        </p:nvCxnSpPr>
        <p:spPr>
          <a:xfrm>
            <a:off x="3125156" y="3662658"/>
            <a:ext cx="1774930" cy="484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4DA70FA-BFC6-427E-B399-521961B01180}"/>
              </a:ext>
            </a:extLst>
          </p:cNvPr>
          <p:cNvCxnSpPr>
            <a:cxnSpLocks/>
          </p:cNvCxnSpPr>
          <p:nvPr/>
        </p:nvCxnSpPr>
        <p:spPr>
          <a:xfrm>
            <a:off x="2736235" y="3208514"/>
            <a:ext cx="1785130" cy="5143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5B95E7F-8C29-44E9-A319-C99BB2DD25E5}"/>
              </a:ext>
            </a:extLst>
          </p:cNvPr>
          <p:cNvCxnSpPr>
            <a:cxnSpLocks/>
          </p:cNvCxnSpPr>
          <p:nvPr/>
        </p:nvCxnSpPr>
        <p:spPr>
          <a:xfrm>
            <a:off x="2182484" y="2564044"/>
            <a:ext cx="2675616" cy="1529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1175923-A9BA-442F-8157-D1CA548B8CA5}"/>
              </a:ext>
            </a:extLst>
          </p:cNvPr>
          <p:cNvCxnSpPr>
            <a:cxnSpLocks/>
          </p:cNvCxnSpPr>
          <p:nvPr/>
        </p:nvCxnSpPr>
        <p:spPr>
          <a:xfrm>
            <a:off x="2234055" y="2359827"/>
            <a:ext cx="133894" cy="17630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DB20C65-8ADC-410B-A2F4-A2302A021494}"/>
              </a:ext>
            </a:extLst>
          </p:cNvPr>
          <p:cNvCxnSpPr>
            <a:cxnSpLocks/>
          </p:cNvCxnSpPr>
          <p:nvPr/>
        </p:nvCxnSpPr>
        <p:spPr>
          <a:xfrm>
            <a:off x="3239879" y="2548414"/>
            <a:ext cx="1349907" cy="1277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FD6E79D-0860-42F6-A124-F3968B5D393D}"/>
              </a:ext>
            </a:extLst>
          </p:cNvPr>
          <p:cNvCxnSpPr>
            <a:cxnSpLocks/>
            <a:stCxn id="40" idx="5"/>
          </p:cNvCxnSpPr>
          <p:nvPr/>
        </p:nvCxnSpPr>
        <p:spPr>
          <a:xfrm>
            <a:off x="3930153" y="3141296"/>
            <a:ext cx="678068" cy="697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6C48BCF-2E56-40B4-9527-B94BCEA1DBCF}"/>
              </a:ext>
            </a:extLst>
          </p:cNvPr>
          <p:cNvCxnSpPr>
            <a:cxnSpLocks/>
          </p:cNvCxnSpPr>
          <p:nvPr/>
        </p:nvCxnSpPr>
        <p:spPr>
          <a:xfrm>
            <a:off x="3540319" y="2736216"/>
            <a:ext cx="995513" cy="1161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A904F74-DBE7-4604-B207-A89C1C32EAA8}"/>
              </a:ext>
            </a:extLst>
          </p:cNvPr>
          <p:cNvCxnSpPr>
            <a:cxnSpLocks/>
          </p:cNvCxnSpPr>
          <p:nvPr/>
        </p:nvCxnSpPr>
        <p:spPr>
          <a:xfrm>
            <a:off x="3518715" y="2540148"/>
            <a:ext cx="1438405" cy="17499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DB3FD15-D33F-4258-B111-12C70492FD73}"/>
              </a:ext>
            </a:extLst>
          </p:cNvPr>
          <p:cNvCxnSpPr>
            <a:cxnSpLocks/>
          </p:cNvCxnSpPr>
          <p:nvPr/>
        </p:nvCxnSpPr>
        <p:spPr>
          <a:xfrm>
            <a:off x="3767339" y="2692246"/>
            <a:ext cx="1189781" cy="1455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A990E03-1E2F-4394-9F85-74D277039DAD}"/>
              </a:ext>
            </a:extLst>
          </p:cNvPr>
          <p:cNvCxnSpPr>
            <a:cxnSpLocks/>
          </p:cNvCxnSpPr>
          <p:nvPr/>
        </p:nvCxnSpPr>
        <p:spPr>
          <a:xfrm flipH="1">
            <a:off x="5563360" y="4821930"/>
            <a:ext cx="97938" cy="660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7DD27DC-E736-4171-8BF1-0574108D30F1}"/>
              </a:ext>
            </a:extLst>
          </p:cNvPr>
          <p:cNvCxnSpPr>
            <a:cxnSpLocks/>
          </p:cNvCxnSpPr>
          <p:nvPr/>
        </p:nvCxnSpPr>
        <p:spPr>
          <a:xfrm>
            <a:off x="3709909" y="2866733"/>
            <a:ext cx="869355" cy="943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0D09BF48-007D-40E1-9E37-7197F5588846}"/>
              </a:ext>
            </a:extLst>
          </p:cNvPr>
          <p:cNvSpPr/>
          <p:nvPr/>
        </p:nvSpPr>
        <p:spPr>
          <a:xfrm>
            <a:off x="5554908" y="476631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C462C7-BD7B-4D08-A9F9-00AFC4F1269A}"/>
              </a:ext>
            </a:extLst>
          </p:cNvPr>
          <p:cNvSpPr txBox="1"/>
          <p:nvPr/>
        </p:nvSpPr>
        <p:spPr>
          <a:xfrm>
            <a:off x="6518022" y="330406"/>
            <a:ext cx="493185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+mj-lt"/>
              </a:rPr>
              <a:t>Level 2 020319</a:t>
            </a:r>
          </a:p>
          <a:p>
            <a:endParaRPr lang="en-NZ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AA6131-0EA4-4865-8BFD-66A0D44D0282}"/>
              </a:ext>
            </a:extLst>
          </p:cNvPr>
          <p:cNvSpPr txBox="1"/>
          <p:nvPr/>
        </p:nvSpPr>
        <p:spPr>
          <a:xfrm>
            <a:off x="5305717" y="4469607"/>
            <a:ext cx="38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B656B4E-3956-4AA6-837A-49D6A6E04208}"/>
              </a:ext>
            </a:extLst>
          </p:cNvPr>
          <p:cNvSpPr txBox="1"/>
          <p:nvPr/>
        </p:nvSpPr>
        <p:spPr>
          <a:xfrm>
            <a:off x="4688886" y="4342459"/>
            <a:ext cx="38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CE16747-A179-4DFA-AAD8-CAA44A9F5515}"/>
              </a:ext>
            </a:extLst>
          </p:cNvPr>
          <p:cNvSpPr txBox="1"/>
          <p:nvPr/>
        </p:nvSpPr>
        <p:spPr>
          <a:xfrm>
            <a:off x="4682282" y="4614498"/>
            <a:ext cx="269233" cy="37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C68288D-2EAB-4994-B56C-3D6026D94AE4}"/>
              </a:ext>
            </a:extLst>
          </p:cNvPr>
          <p:cNvSpPr txBox="1"/>
          <p:nvPr/>
        </p:nvSpPr>
        <p:spPr>
          <a:xfrm>
            <a:off x="2926326" y="5403321"/>
            <a:ext cx="269233" cy="37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4415FA7-65D6-4AF6-96A3-04FD0BA19AB1}"/>
              </a:ext>
            </a:extLst>
          </p:cNvPr>
          <p:cNvSpPr txBox="1"/>
          <p:nvPr/>
        </p:nvSpPr>
        <p:spPr>
          <a:xfrm>
            <a:off x="3344123" y="5780327"/>
            <a:ext cx="269233" cy="37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26C1B8C-C887-4861-910C-9567177F4FDB}"/>
              </a:ext>
            </a:extLst>
          </p:cNvPr>
          <p:cNvSpPr txBox="1"/>
          <p:nvPr/>
        </p:nvSpPr>
        <p:spPr>
          <a:xfrm>
            <a:off x="4124526" y="5781191"/>
            <a:ext cx="269233" cy="37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5F434C2-6F8A-491A-BFEF-C04DB62137F8}"/>
              </a:ext>
            </a:extLst>
          </p:cNvPr>
          <p:cNvSpPr txBox="1"/>
          <p:nvPr/>
        </p:nvSpPr>
        <p:spPr>
          <a:xfrm>
            <a:off x="4124526" y="6033216"/>
            <a:ext cx="269233" cy="37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54B820B-04DA-4922-A59A-9EF6C52C813F}"/>
              </a:ext>
            </a:extLst>
          </p:cNvPr>
          <p:cNvSpPr txBox="1"/>
          <p:nvPr/>
        </p:nvSpPr>
        <p:spPr>
          <a:xfrm>
            <a:off x="3118510" y="5978866"/>
            <a:ext cx="269233" cy="37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80ACD96-879C-4D28-882D-A35E906A2AD1}"/>
              </a:ext>
            </a:extLst>
          </p:cNvPr>
          <p:cNvSpPr txBox="1"/>
          <p:nvPr/>
        </p:nvSpPr>
        <p:spPr>
          <a:xfrm>
            <a:off x="3224784" y="2548161"/>
            <a:ext cx="269233" cy="37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045792D-0D29-40FD-BB1E-83DECA7E4D3A}"/>
              </a:ext>
            </a:extLst>
          </p:cNvPr>
          <p:cNvSpPr txBox="1"/>
          <p:nvPr/>
        </p:nvSpPr>
        <p:spPr>
          <a:xfrm>
            <a:off x="3298500" y="2184753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10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0C49E1E-58DF-4604-8F06-91F31A74164A}"/>
              </a:ext>
            </a:extLst>
          </p:cNvPr>
          <p:cNvSpPr txBox="1"/>
          <p:nvPr/>
        </p:nvSpPr>
        <p:spPr>
          <a:xfrm>
            <a:off x="3860582" y="2895017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D4C27D6-49E6-477B-B2AB-36C0950D4BFC}"/>
              </a:ext>
            </a:extLst>
          </p:cNvPr>
          <p:cNvSpPr txBox="1"/>
          <p:nvPr/>
        </p:nvSpPr>
        <p:spPr>
          <a:xfrm>
            <a:off x="3185477" y="2895017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3C1CD3F-F85E-4DAE-A4E6-57C418888F48}"/>
              </a:ext>
            </a:extLst>
          </p:cNvPr>
          <p:cNvSpPr txBox="1"/>
          <p:nvPr/>
        </p:nvSpPr>
        <p:spPr>
          <a:xfrm>
            <a:off x="3714458" y="2469959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F7F9E9E-C3A7-436C-BBD4-963E6ADCB443}"/>
              </a:ext>
            </a:extLst>
          </p:cNvPr>
          <p:cNvSpPr txBox="1"/>
          <p:nvPr/>
        </p:nvSpPr>
        <p:spPr>
          <a:xfrm>
            <a:off x="3635920" y="2681804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DD350A1-E2FC-448C-A658-4B7C163882A4}"/>
              </a:ext>
            </a:extLst>
          </p:cNvPr>
          <p:cNvSpPr txBox="1"/>
          <p:nvPr/>
        </p:nvSpPr>
        <p:spPr>
          <a:xfrm>
            <a:off x="3119307" y="3383719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6834A12-8FC6-4A79-9544-AD9665840859}"/>
              </a:ext>
            </a:extLst>
          </p:cNvPr>
          <p:cNvSpPr txBox="1"/>
          <p:nvPr/>
        </p:nvSpPr>
        <p:spPr>
          <a:xfrm>
            <a:off x="2760923" y="2310047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5CB3572-7DA4-4FC6-BCBA-391638021697}"/>
              </a:ext>
            </a:extLst>
          </p:cNvPr>
          <p:cNvSpPr txBox="1"/>
          <p:nvPr/>
        </p:nvSpPr>
        <p:spPr>
          <a:xfrm>
            <a:off x="2145700" y="2135489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17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FFD3538E-3FDC-4E1F-BD15-85EFA0D6663F}"/>
              </a:ext>
            </a:extLst>
          </p:cNvPr>
          <p:cNvCxnSpPr>
            <a:cxnSpLocks/>
          </p:cNvCxnSpPr>
          <p:nvPr/>
        </p:nvCxnSpPr>
        <p:spPr>
          <a:xfrm flipH="1" flipV="1">
            <a:off x="2339885" y="2444683"/>
            <a:ext cx="23036" cy="1657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9E76374-FA88-48F2-9B21-8E10A8CD8C5E}"/>
              </a:ext>
            </a:extLst>
          </p:cNvPr>
          <p:cNvCxnSpPr>
            <a:cxnSpLocks/>
          </p:cNvCxnSpPr>
          <p:nvPr/>
        </p:nvCxnSpPr>
        <p:spPr>
          <a:xfrm>
            <a:off x="2322610" y="2449611"/>
            <a:ext cx="2542775" cy="1722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D607E84F-08F9-40D5-84C9-7DC5C24E0CFE}"/>
              </a:ext>
            </a:extLst>
          </p:cNvPr>
          <p:cNvSpPr txBox="1"/>
          <p:nvPr/>
        </p:nvSpPr>
        <p:spPr>
          <a:xfrm>
            <a:off x="2139589" y="2355250"/>
            <a:ext cx="575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17b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8D67D02-8C06-4BAE-916B-5494BD8FED76}"/>
              </a:ext>
            </a:extLst>
          </p:cNvPr>
          <p:cNvSpPr txBox="1"/>
          <p:nvPr/>
        </p:nvSpPr>
        <p:spPr>
          <a:xfrm>
            <a:off x="2728286" y="2992393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16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29F95FA9-64AD-4ECA-8194-6109B14EFA8F}"/>
              </a:ext>
            </a:extLst>
          </p:cNvPr>
          <p:cNvCxnSpPr>
            <a:cxnSpLocks/>
          </p:cNvCxnSpPr>
          <p:nvPr/>
        </p:nvCxnSpPr>
        <p:spPr>
          <a:xfrm>
            <a:off x="3626419" y="3067907"/>
            <a:ext cx="1238086" cy="1042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0F35AC2D-AFF9-4B90-86D6-1A3E5DE8D0B3}"/>
              </a:ext>
            </a:extLst>
          </p:cNvPr>
          <p:cNvSpPr txBox="1"/>
          <p:nvPr/>
        </p:nvSpPr>
        <p:spPr>
          <a:xfrm>
            <a:off x="4688886" y="3651517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7800CAF-CE1C-4C64-AAD4-D505C3D8FD91}"/>
              </a:ext>
            </a:extLst>
          </p:cNvPr>
          <p:cNvSpPr txBox="1"/>
          <p:nvPr/>
        </p:nvSpPr>
        <p:spPr>
          <a:xfrm>
            <a:off x="1138349" y="4932303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C79F9A5-CFDA-4CF9-BB7C-49761E83B6DE}"/>
              </a:ext>
            </a:extLst>
          </p:cNvPr>
          <p:cNvSpPr txBox="1"/>
          <p:nvPr/>
        </p:nvSpPr>
        <p:spPr>
          <a:xfrm>
            <a:off x="2098008" y="649139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3</a:t>
            </a:r>
          </a:p>
        </p:txBody>
      </p:sp>
    </p:spTree>
    <p:extLst>
      <p:ext uri="{BB962C8B-B14F-4D97-AF65-F5344CB8AC3E}">
        <p14:creationId xmlns:p14="http://schemas.microsoft.com/office/powerpoint/2010/main" val="1722706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19567" y="20501"/>
            <a:ext cx="4823571" cy="915044"/>
          </a:xfrm>
        </p:spPr>
        <p:txBody>
          <a:bodyPr>
            <a:normAutofit fontScale="90000"/>
          </a:bodyPr>
          <a:lstStyle/>
          <a:p>
            <a:r>
              <a:rPr lang="en-NZ" dirty="0"/>
              <a:t>Level 1 06-03-19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72" y="513192"/>
            <a:ext cx="5637266" cy="6344808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1087395" y="3863546"/>
            <a:ext cx="189470" cy="18947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Oval 7"/>
          <p:cNvSpPr/>
          <p:nvPr/>
        </p:nvSpPr>
        <p:spPr>
          <a:xfrm>
            <a:off x="1573427" y="3685596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1276865" y="4053016"/>
            <a:ext cx="1162173" cy="761971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1746422" y="3855308"/>
            <a:ext cx="722146" cy="92291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99304" y="1442835"/>
            <a:ext cx="189470" cy="18947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3" name="Oval 32"/>
          <p:cNvSpPr/>
          <p:nvPr/>
        </p:nvSpPr>
        <p:spPr>
          <a:xfrm>
            <a:off x="684672" y="750955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4" name="Oval 33"/>
          <p:cNvSpPr/>
          <p:nvPr/>
        </p:nvSpPr>
        <p:spPr>
          <a:xfrm>
            <a:off x="594056" y="187068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788774" y="2009404"/>
            <a:ext cx="393356" cy="141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4802783" y="503619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6" name="Oval 55"/>
          <p:cNvSpPr/>
          <p:nvPr/>
        </p:nvSpPr>
        <p:spPr>
          <a:xfrm>
            <a:off x="3365621" y="3278659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7" name="Oval 56"/>
          <p:cNvSpPr/>
          <p:nvPr/>
        </p:nvSpPr>
        <p:spPr>
          <a:xfrm>
            <a:off x="3324363" y="2919631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8" name="Oval 57"/>
          <p:cNvSpPr/>
          <p:nvPr/>
        </p:nvSpPr>
        <p:spPr>
          <a:xfrm>
            <a:off x="3379771" y="2490834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9" name="Oval 58"/>
          <p:cNvSpPr/>
          <p:nvPr/>
        </p:nvSpPr>
        <p:spPr>
          <a:xfrm>
            <a:off x="3113007" y="2480957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0" name="Oval 59"/>
          <p:cNvSpPr/>
          <p:nvPr/>
        </p:nvSpPr>
        <p:spPr>
          <a:xfrm>
            <a:off x="3054481" y="2919631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0" name="Oval 79"/>
          <p:cNvSpPr/>
          <p:nvPr/>
        </p:nvSpPr>
        <p:spPr>
          <a:xfrm>
            <a:off x="4518399" y="6203702"/>
            <a:ext cx="162499" cy="15774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F7CF1E8-A8AE-4C4D-AD07-5956803936D6}"/>
              </a:ext>
            </a:extLst>
          </p:cNvPr>
          <p:cNvCxnSpPr>
            <a:cxnSpLocks/>
          </p:cNvCxnSpPr>
          <p:nvPr/>
        </p:nvCxnSpPr>
        <p:spPr>
          <a:xfrm flipH="1">
            <a:off x="1058601" y="4846679"/>
            <a:ext cx="1353915" cy="1500876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B62EE19-2E22-4E24-9575-C3FD264AE078}"/>
              </a:ext>
            </a:extLst>
          </p:cNvPr>
          <p:cNvCxnSpPr>
            <a:cxnSpLocks/>
          </p:cNvCxnSpPr>
          <p:nvPr/>
        </p:nvCxnSpPr>
        <p:spPr>
          <a:xfrm flipH="1">
            <a:off x="1082031" y="4804105"/>
            <a:ext cx="1406134" cy="1620533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5D978CAC-6974-4662-A4EE-ED7AFD086932}"/>
              </a:ext>
            </a:extLst>
          </p:cNvPr>
          <p:cNvSpPr txBox="1"/>
          <p:nvPr/>
        </p:nvSpPr>
        <p:spPr>
          <a:xfrm>
            <a:off x="5793979" y="4342904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99CAB6E-B5D2-4832-9E8D-F7DD803A30DC}"/>
              </a:ext>
            </a:extLst>
          </p:cNvPr>
          <p:cNvSpPr txBox="1"/>
          <p:nvPr/>
        </p:nvSpPr>
        <p:spPr>
          <a:xfrm>
            <a:off x="456011" y="2154473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4BCA83E-C074-49D2-A6AC-99A793E7B664}"/>
              </a:ext>
            </a:extLst>
          </p:cNvPr>
          <p:cNvSpPr txBox="1"/>
          <p:nvPr/>
        </p:nvSpPr>
        <p:spPr>
          <a:xfrm>
            <a:off x="5124793" y="6465129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CA5CCC2-022D-4495-BAD7-BD4F3214CA60}"/>
              </a:ext>
            </a:extLst>
          </p:cNvPr>
          <p:cNvSpPr txBox="1"/>
          <p:nvPr/>
        </p:nvSpPr>
        <p:spPr>
          <a:xfrm>
            <a:off x="973808" y="6597512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02F0B94-BC62-4AEE-B7FD-E45194F1A654}"/>
              </a:ext>
            </a:extLst>
          </p:cNvPr>
          <p:cNvSpPr txBox="1"/>
          <p:nvPr/>
        </p:nvSpPr>
        <p:spPr>
          <a:xfrm>
            <a:off x="-100946" y="5514910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F67A9FC-CB9E-4BA9-99AF-4DF390260B50}"/>
              </a:ext>
            </a:extLst>
          </p:cNvPr>
          <p:cNvSpPr txBox="1"/>
          <p:nvPr/>
        </p:nvSpPr>
        <p:spPr>
          <a:xfrm>
            <a:off x="2438719" y="4734665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A71486D-A781-4550-B39E-6327A44CB2BB}"/>
              </a:ext>
            </a:extLst>
          </p:cNvPr>
          <p:cNvSpPr txBox="1"/>
          <p:nvPr/>
        </p:nvSpPr>
        <p:spPr>
          <a:xfrm>
            <a:off x="956495" y="3605075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264CA61-7E95-46A1-AD0C-2610D3170B3D}"/>
              </a:ext>
            </a:extLst>
          </p:cNvPr>
          <p:cNvSpPr txBox="1"/>
          <p:nvPr/>
        </p:nvSpPr>
        <p:spPr>
          <a:xfrm>
            <a:off x="1708934" y="3626170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CA1AC80-28EA-47B3-93F5-EA9AE365E13F}"/>
              </a:ext>
            </a:extLst>
          </p:cNvPr>
          <p:cNvSpPr txBox="1"/>
          <p:nvPr/>
        </p:nvSpPr>
        <p:spPr>
          <a:xfrm>
            <a:off x="3524186" y="2772431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15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AA29022-5B4F-4A1E-AF49-F1239770E44B}"/>
              </a:ext>
            </a:extLst>
          </p:cNvPr>
          <p:cNvCxnSpPr>
            <a:cxnSpLocks/>
            <a:stCxn id="56" idx="5"/>
          </p:cNvCxnSpPr>
          <p:nvPr/>
        </p:nvCxnSpPr>
        <p:spPr>
          <a:xfrm flipH="1">
            <a:off x="2766196" y="3423517"/>
            <a:ext cx="747085" cy="995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85700CC7-ECD8-4D0E-B26E-819CADC06B3D}"/>
              </a:ext>
            </a:extLst>
          </p:cNvPr>
          <p:cNvCxnSpPr>
            <a:cxnSpLocks/>
          </p:cNvCxnSpPr>
          <p:nvPr/>
        </p:nvCxnSpPr>
        <p:spPr>
          <a:xfrm flipH="1">
            <a:off x="2693724" y="3050406"/>
            <a:ext cx="709433" cy="13487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F9586DF-29EB-4034-B11F-516C21D12781}"/>
              </a:ext>
            </a:extLst>
          </p:cNvPr>
          <p:cNvCxnSpPr>
            <a:cxnSpLocks/>
          </p:cNvCxnSpPr>
          <p:nvPr/>
        </p:nvCxnSpPr>
        <p:spPr>
          <a:xfrm flipH="1">
            <a:off x="2624947" y="3006228"/>
            <a:ext cx="513897" cy="1330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30F7D24-87BC-40AC-BF08-F93F0E1B2365}"/>
              </a:ext>
            </a:extLst>
          </p:cNvPr>
          <p:cNvCxnSpPr>
            <a:cxnSpLocks/>
          </p:cNvCxnSpPr>
          <p:nvPr/>
        </p:nvCxnSpPr>
        <p:spPr>
          <a:xfrm flipH="1">
            <a:off x="2531947" y="2584172"/>
            <a:ext cx="654790" cy="16713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3D946CC8-26E8-4EB2-AB32-9C410456CC55}"/>
              </a:ext>
            </a:extLst>
          </p:cNvPr>
          <p:cNvCxnSpPr>
            <a:cxnSpLocks/>
          </p:cNvCxnSpPr>
          <p:nvPr/>
        </p:nvCxnSpPr>
        <p:spPr>
          <a:xfrm flipH="1">
            <a:off x="2390358" y="2604705"/>
            <a:ext cx="1091663" cy="1639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DA2D7902-01EB-46EC-B37C-9E41F62D4663}"/>
              </a:ext>
            </a:extLst>
          </p:cNvPr>
          <p:cNvSpPr txBox="1"/>
          <p:nvPr/>
        </p:nvSpPr>
        <p:spPr>
          <a:xfrm>
            <a:off x="2707960" y="2819578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235282B-0767-43A2-8528-2C5BFAEB5409}"/>
              </a:ext>
            </a:extLst>
          </p:cNvPr>
          <p:cNvSpPr txBox="1"/>
          <p:nvPr/>
        </p:nvSpPr>
        <p:spPr>
          <a:xfrm>
            <a:off x="3508849" y="2442355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17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C246516-43AD-4EFF-B872-152303F39041}"/>
              </a:ext>
            </a:extLst>
          </p:cNvPr>
          <p:cNvSpPr txBox="1"/>
          <p:nvPr/>
        </p:nvSpPr>
        <p:spPr>
          <a:xfrm>
            <a:off x="2967762" y="2150919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18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4D0DA4C-22DF-4081-B85B-E24591EF1436}"/>
              </a:ext>
            </a:extLst>
          </p:cNvPr>
          <p:cNvSpPr txBox="1"/>
          <p:nvPr/>
        </p:nvSpPr>
        <p:spPr>
          <a:xfrm>
            <a:off x="3532490" y="3207846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14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EB298BEA-4A0E-428C-904D-FA951D0BCEE5}"/>
              </a:ext>
            </a:extLst>
          </p:cNvPr>
          <p:cNvCxnSpPr>
            <a:cxnSpLocks/>
          </p:cNvCxnSpPr>
          <p:nvPr/>
        </p:nvCxnSpPr>
        <p:spPr>
          <a:xfrm flipH="1">
            <a:off x="978592" y="4352173"/>
            <a:ext cx="1767688" cy="1093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F0BEE6A9-67A8-4568-A5E9-603975743E04}"/>
              </a:ext>
            </a:extLst>
          </p:cNvPr>
          <p:cNvCxnSpPr>
            <a:cxnSpLocks/>
          </p:cNvCxnSpPr>
          <p:nvPr/>
        </p:nvCxnSpPr>
        <p:spPr>
          <a:xfrm flipH="1">
            <a:off x="992210" y="4221184"/>
            <a:ext cx="1571595" cy="1186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8F01FD19-2D95-4E0A-9BA1-222D8E5128F1}"/>
              </a:ext>
            </a:extLst>
          </p:cNvPr>
          <p:cNvCxnSpPr>
            <a:cxnSpLocks/>
          </p:cNvCxnSpPr>
          <p:nvPr/>
        </p:nvCxnSpPr>
        <p:spPr>
          <a:xfrm flipH="1">
            <a:off x="1072699" y="4207345"/>
            <a:ext cx="1345372" cy="2115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26F6F633-5CA7-4D22-923D-3286EFEC8E0B}"/>
              </a:ext>
            </a:extLst>
          </p:cNvPr>
          <p:cNvCxnSpPr>
            <a:cxnSpLocks/>
          </p:cNvCxnSpPr>
          <p:nvPr/>
        </p:nvCxnSpPr>
        <p:spPr>
          <a:xfrm flipH="1">
            <a:off x="1190367" y="4314094"/>
            <a:ext cx="1438398" cy="1938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DC09593-6EE7-49A4-8FAB-6291797DF0BB}"/>
              </a:ext>
            </a:extLst>
          </p:cNvPr>
          <p:cNvCxnSpPr>
            <a:cxnSpLocks/>
          </p:cNvCxnSpPr>
          <p:nvPr/>
        </p:nvCxnSpPr>
        <p:spPr>
          <a:xfrm flipH="1">
            <a:off x="1253947" y="4352399"/>
            <a:ext cx="1556662" cy="2024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6A72D152-00B0-4420-82C9-634559E669B6}"/>
              </a:ext>
            </a:extLst>
          </p:cNvPr>
          <p:cNvSpPr txBox="1"/>
          <p:nvPr/>
        </p:nvSpPr>
        <p:spPr>
          <a:xfrm>
            <a:off x="96158" y="1824738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13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8133E86-8D8C-4554-A529-48CBFA4FAA0D}"/>
              </a:ext>
            </a:extLst>
          </p:cNvPr>
          <p:cNvSpPr txBox="1"/>
          <p:nvPr/>
        </p:nvSpPr>
        <p:spPr>
          <a:xfrm>
            <a:off x="143685" y="1378988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12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1E20687-6D38-491E-B976-46C3C368A24F}"/>
              </a:ext>
            </a:extLst>
          </p:cNvPr>
          <p:cNvSpPr txBox="1"/>
          <p:nvPr/>
        </p:nvSpPr>
        <p:spPr>
          <a:xfrm>
            <a:off x="159404" y="621914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11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13D7FDB4-9494-4D1E-B851-7901839E0AFE}"/>
              </a:ext>
            </a:extLst>
          </p:cNvPr>
          <p:cNvCxnSpPr>
            <a:cxnSpLocks/>
          </p:cNvCxnSpPr>
          <p:nvPr/>
        </p:nvCxnSpPr>
        <p:spPr>
          <a:xfrm flipH="1">
            <a:off x="2684347" y="2736572"/>
            <a:ext cx="654790" cy="16713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4B54FF67-D431-49D2-BD96-E0D1394C5B4B}"/>
              </a:ext>
            </a:extLst>
          </p:cNvPr>
          <p:cNvCxnSpPr>
            <a:cxnSpLocks/>
          </p:cNvCxnSpPr>
          <p:nvPr/>
        </p:nvCxnSpPr>
        <p:spPr>
          <a:xfrm>
            <a:off x="804995" y="847850"/>
            <a:ext cx="1125479" cy="3597216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5F53E514-B556-4D2F-B40D-5B1FD31CBA60}"/>
              </a:ext>
            </a:extLst>
          </p:cNvPr>
          <p:cNvCxnSpPr>
            <a:cxnSpLocks/>
          </p:cNvCxnSpPr>
          <p:nvPr/>
        </p:nvCxnSpPr>
        <p:spPr>
          <a:xfrm>
            <a:off x="669694" y="1503120"/>
            <a:ext cx="1108049" cy="3039918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6130048D-0FAE-423D-8214-C793DB3B2CF7}"/>
              </a:ext>
            </a:extLst>
          </p:cNvPr>
          <p:cNvCxnSpPr>
            <a:cxnSpLocks/>
          </p:cNvCxnSpPr>
          <p:nvPr/>
        </p:nvCxnSpPr>
        <p:spPr>
          <a:xfrm flipH="1">
            <a:off x="1086849" y="4360122"/>
            <a:ext cx="831361" cy="1959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ED98A7E5-F40F-4C8C-8632-E1422436E933}"/>
              </a:ext>
            </a:extLst>
          </p:cNvPr>
          <p:cNvCxnSpPr>
            <a:cxnSpLocks/>
          </p:cNvCxnSpPr>
          <p:nvPr/>
        </p:nvCxnSpPr>
        <p:spPr>
          <a:xfrm flipH="1">
            <a:off x="925878" y="4512191"/>
            <a:ext cx="831361" cy="1959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A6B10AAA-EFF5-4041-946E-DA887D263001}"/>
              </a:ext>
            </a:extLst>
          </p:cNvPr>
          <p:cNvCxnSpPr>
            <a:cxnSpLocks/>
          </p:cNvCxnSpPr>
          <p:nvPr/>
        </p:nvCxnSpPr>
        <p:spPr>
          <a:xfrm flipH="1" flipV="1">
            <a:off x="2987461" y="5707146"/>
            <a:ext cx="1563763" cy="505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035FE051-37A2-4488-BF73-F6965B4C8A9B}"/>
              </a:ext>
            </a:extLst>
          </p:cNvPr>
          <p:cNvCxnSpPr>
            <a:cxnSpLocks/>
          </p:cNvCxnSpPr>
          <p:nvPr/>
        </p:nvCxnSpPr>
        <p:spPr>
          <a:xfrm flipH="1">
            <a:off x="1034115" y="5751855"/>
            <a:ext cx="2025512" cy="638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3BC92F23-A848-4117-8909-CD808F0601CE}"/>
              </a:ext>
            </a:extLst>
          </p:cNvPr>
          <p:cNvSpPr txBox="1"/>
          <p:nvPr/>
        </p:nvSpPr>
        <p:spPr>
          <a:xfrm>
            <a:off x="4551224" y="6099759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26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7EE9A498-7281-4E20-A57E-5B5B799C5121}"/>
              </a:ext>
            </a:extLst>
          </p:cNvPr>
          <p:cNvSpPr/>
          <p:nvPr/>
        </p:nvSpPr>
        <p:spPr>
          <a:xfrm>
            <a:off x="4186210" y="645025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DDF0CF15-330C-4231-86E0-B168DE0E795B}"/>
              </a:ext>
            </a:extLst>
          </p:cNvPr>
          <p:cNvCxnSpPr>
            <a:cxnSpLocks/>
            <a:stCxn id="116" idx="2"/>
          </p:cNvCxnSpPr>
          <p:nvPr/>
        </p:nvCxnSpPr>
        <p:spPr>
          <a:xfrm flipH="1" flipV="1">
            <a:off x="1276866" y="6192993"/>
            <a:ext cx="2909344" cy="3421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6FEC10E1-C54C-4260-8F79-9F4873979738}"/>
              </a:ext>
            </a:extLst>
          </p:cNvPr>
          <p:cNvSpPr txBox="1"/>
          <p:nvPr/>
        </p:nvSpPr>
        <p:spPr>
          <a:xfrm>
            <a:off x="4280959" y="6383796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27</a:t>
            </a:r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63690552-7499-4B19-91DB-6E9A3C670AAA}"/>
              </a:ext>
            </a:extLst>
          </p:cNvPr>
          <p:cNvSpPr/>
          <p:nvPr/>
        </p:nvSpPr>
        <p:spPr>
          <a:xfrm>
            <a:off x="4523611" y="585463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D25FD1B-BA83-44C5-B3FC-D098A72B30D3}"/>
              </a:ext>
            </a:extLst>
          </p:cNvPr>
          <p:cNvSpPr txBox="1"/>
          <p:nvPr/>
        </p:nvSpPr>
        <p:spPr>
          <a:xfrm>
            <a:off x="4625732" y="5770758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28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B1CBDE94-61DA-40AE-B964-D48E1F291AFE}"/>
              </a:ext>
            </a:extLst>
          </p:cNvPr>
          <p:cNvCxnSpPr>
            <a:cxnSpLocks/>
          </p:cNvCxnSpPr>
          <p:nvPr/>
        </p:nvCxnSpPr>
        <p:spPr>
          <a:xfrm flipH="1">
            <a:off x="1341558" y="5930212"/>
            <a:ext cx="3151678" cy="209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5" name="Oval 124">
            <a:extLst>
              <a:ext uri="{FF2B5EF4-FFF2-40B4-BE49-F238E27FC236}">
                <a16:creationId xmlns:a16="http://schemas.microsoft.com/office/drawing/2014/main" id="{589DF925-4A8E-4BF9-A5F5-A507717BAAAC}"/>
              </a:ext>
            </a:extLst>
          </p:cNvPr>
          <p:cNvSpPr/>
          <p:nvPr/>
        </p:nvSpPr>
        <p:spPr>
          <a:xfrm>
            <a:off x="4186210" y="6256680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01C874F-E218-4F40-9553-1D95BA9E7F8F}"/>
              </a:ext>
            </a:extLst>
          </p:cNvPr>
          <p:cNvSpPr txBox="1"/>
          <p:nvPr/>
        </p:nvSpPr>
        <p:spPr>
          <a:xfrm>
            <a:off x="4060431" y="6027556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29</a:t>
            </a: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86B032BD-19E2-421D-AE94-97C4706CB5C6}"/>
              </a:ext>
            </a:extLst>
          </p:cNvPr>
          <p:cNvCxnSpPr>
            <a:cxnSpLocks/>
          </p:cNvCxnSpPr>
          <p:nvPr/>
        </p:nvCxnSpPr>
        <p:spPr>
          <a:xfrm flipH="1" flipV="1">
            <a:off x="1309154" y="6218924"/>
            <a:ext cx="2939946" cy="89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9" name="Oval 128">
            <a:extLst>
              <a:ext uri="{FF2B5EF4-FFF2-40B4-BE49-F238E27FC236}">
                <a16:creationId xmlns:a16="http://schemas.microsoft.com/office/drawing/2014/main" id="{4241B6AF-F430-4032-8626-340D1650920A}"/>
              </a:ext>
            </a:extLst>
          </p:cNvPr>
          <p:cNvSpPr/>
          <p:nvPr/>
        </p:nvSpPr>
        <p:spPr>
          <a:xfrm>
            <a:off x="3787100" y="6459196"/>
            <a:ext cx="189470" cy="18947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33EE0287-6046-41B0-BB2B-5A0359E4BA47}"/>
              </a:ext>
            </a:extLst>
          </p:cNvPr>
          <p:cNvCxnSpPr>
            <a:cxnSpLocks/>
          </p:cNvCxnSpPr>
          <p:nvPr/>
        </p:nvCxnSpPr>
        <p:spPr>
          <a:xfrm flipH="1" flipV="1">
            <a:off x="2874189" y="5070926"/>
            <a:ext cx="1150158" cy="1517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9497BD84-F3C0-45B5-80D8-417B1AB623BC}"/>
              </a:ext>
            </a:extLst>
          </p:cNvPr>
          <p:cNvCxnSpPr>
            <a:cxnSpLocks/>
          </p:cNvCxnSpPr>
          <p:nvPr/>
        </p:nvCxnSpPr>
        <p:spPr>
          <a:xfrm flipH="1">
            <a:off x="1253947" y="5121051"/>
            <a:ext cx="1618294" cy="1203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C4F83121-CB7F-4216-B86A-B7E8E8B30089}"/>
              </a:ext>
            </a:extLst>
          </p:cNvPr>
          <p:cNvSpPr txBox="1"/>
          <p:nvPr/>
        </p:nvSpPr>
        <p:spPr>
          <a:xfrm>
            <a:off x="3719037" y="6198933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30</a:t>
            </a:r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57B6BA4F-4E73-4A1F-B99B-822C4096A0AC}"/>
              </a:ext>
            </a:extLst>
          </p:cNvPr>
          <p:cNvSpPr/>
          <p:nvPr/>
        </p:nvSpPr>
        <p:spPr>
          <a:xfrm>
            <a:off x="3553037" y="6471577"/>
            <a:ext cx="189470" cy="18947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4C2A3666-C62C-4D02-AFB9-C548916185EF}"/>
              </a:ext>
            </a:extLst>
          </p:cNvPr>
          <p:cNvCxnSpPr>
            <a:cxnSpLocks/>
          </p:cNvCxnSpPr>
          <p:nvPr/>
        </p:nvCxnSpPr>
        <p:spPr>
          <a:xfrm flipH="1" flipV="1">
            <a:off x="2857787" y="5272962"/>
            <a:ext cx="875661" cy="14254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BF90D5CF-C129-4B05-9F1F-D9A0309EEEF4}"/>
              </a:ext>
            </a:extLst>
          </p:cNvPr>
          <p:cNvCxnSpPr>
            <a:cxnSpLocks/>
          </p:cNvCxnSpPr>
          <p:nvPr/>
        </p:nvCxnSpPr>
        <p:spPr>
          <a:xfrm flipH="1">
            <a:off x="1107725" y="5299414"/>
            <a:ext cx="1786300" cy="1138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BBF776D8-C89C-4208-B17F-018AE0C97A83}"/>
              </a:ext>
            </a:extLst>
          </p:cNvPr>
          <p:cNvSpPr txBox="1"/>
          <p:nvPr/>
        </p:nvSpPr>
        <p:spPr>
          <a:xfrm>
            <a:off x="3419190" y="6198933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31</a:t>
            </a:r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EC72438A-2D95-4CBA-A65B-8A2C2565B960}"/>
              </a:ext>
            </a:extLst>
          </p:cNvPr>
          <p:cNvSpPr/>
          <p:nvPr/>
        </p:nvSpPr>
        <p:spPr>
          <a:xfrm>
            <a:off x="3304048" y="6471838"/>
            <a:ext cx="189470" cy="18947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75F21823-28C1-460F-A80C-5B552431F1A4}"/>
              </a:ext>
            </a:extLst>
          </p:cNvPr>
          <p:cNvSpPr txBox="1"/>
          <p:nvPr/>
        </p:nvSpPr>
        <p:spPr>
          <a:xfrm>
            <a:off x="3113416" y="6220201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32</a:t>
            </a: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113F172D-437F-4719-AA4D-D3F6F5CC6873}"/>
              </a:ext>
            </a:extLst>
          </p:cNvPr>
          <p:cNvCxnSpPr>
            <a:cxnSpLocks/>
          </p:cNvCxnSpPr>
          <p:nvPr/>
        </p:nvCxnSpPr>
        <p:spPr>
          <a:xfrm flipH="1" flipV="1">
            <a:off x="2884394" y="5514910"/>
            <a:ext cx="544073" cy="1153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DB460F9B-9523-4332-9FF2-DA6718C16879}"/>
              </a:ext>
            </a:extLst>
          </p:cNvPr>
          <p:cNvCxnSpPr>
            <a:cxnSpLocks/>
          </p:cNvCxnSpPr>
          <p:nvPr/>
        </p:nvCxnSpPr>
        <p:spPr>
          <a:xfrm flipH="1">
            <a:off x="1059718" y="5556486"/>
            <a:ext cx="1869300" cy="830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197C2380-5E56-4D2C-BE97-A733652BF004}"/>
              </a:ext>
            </a:extLst>
          </p:cNvPr>
          <p:cNvCxnSpPr>
            <a:cxnSpLocks/>
          </p:cNvCxnSpPr>
          <p:nvPr/>
        </p:nvCxnSpPr>
        <p:spPr>
          <a:xfrm flipV="1">
            <a:off x="4861775" y="4464957"/>
            <a:ext cx="599409" cy="5442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E4B8DF24-8248-49A4-B9F6-713B442BE977}"/>
              </a:ext>
            </a:extLst>
          </p:cNvPr>
          <p:cNvSpPr txBox="1"/>
          <p:nvPr/>
        </p:nvSpPr>
        <p:spPr>
          <a:xfrm>
            <a:off x="4699558" y="4653250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19</a:t>
            </a:r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6E3A69E7-A782-4D68-A8B3-13689BBFBA26}"/>
              </a:ext>
            </a:extLst>
          </p:cNvPr>
          <p:cNvSpPr/>
          <p:nvPr/>
        </p:nvSpPr>
        <p:spPr>
          <a:xfrm>
            <a:off x="4387591" y="4525880"/>
            <a:ext cx="189470" cy="18947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4BF4640A-027C-449A-92B8-755FB4B9DECF}"/>
              </a:ext>
            </a:extLst>
          </p:cNvPr>
          <p:cNvCxnSpPr>
            <a:cxnSpLocks/>
          </p:cNvCxnSpPr>
          <p:nvPr/>
        </p:nvCxnSpPr>
        <p:spPr>
          <a:xfrm flipH="1">
            <a:off x="2702338" y="4614241"/>
            <a:ext cx="1766259" cy="1639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CFE6F6D2-59E4-49B0-9C81-5F07EF9B4030}"/>
              </a:ext>
            </a:extLst>
          </p:cNvPr>
          <p:cNvCxnSpPr>
            <a:cxnSpLocks/>
          </p:cNvCxnSpPr>
          <p:nvPr/>
        </p:nvCxnSpPr>
        <p:spPr>
          <a:xfrm flipH="1">
            <a:off x="1297647" y="4739387"/>
            <a:ext cx="1466733" cy="1565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6CD234C1-EDAC-4D4E-80E8-7CB170A0E449}"/>
              </a:ext>
            </a:extLst>
          </p:cNvPr>
          <p:cNvSpPr txBox="1"/>
          <p:nvPr/>
        </p:nvSpPr>
        <p:spPr>
          <a:xfrm>
            <a:off x="4270049" y="4213788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20</a:t>
            </a: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3739CC2A-9FCA-4992-AF51-CE8204F9A4A4}"/>
              </a:ext>
            </a:extLst>
          </p:cNvPr>
          <p:cNvSpPr/>
          <p:nvPr/>
        </p:nvSpPr>
        <p:spPr>
          <a:xfrm>
            <a:off x="4385937" y="5305197"/>
            <a:ext cx="189470" cy="18947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895A662A-973A-49EC-87A3-0ABA2F1266BF}"/>
              </a:ext>
            </a:extLst>
          </p:cNvPr>
          <p:cNvCxnSpPr>
            <a:cxnSpLocks/>
          </p:cNvCxnSpPr>
          <p:nvPr/>
        </p:nvCxnSpPr>
        <p:spPr>
          <a:xfrm flipH="1">
            <a:off x="3186737" y="5394381"/>
            <a:ext cx="1329360" cy="5762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0F3E32D8-95F5-4C02-AB27-2B37419A70FD}"/>
              </a:ext>
            </a:extLst>
          </p:cNvPr>
          <p:cNvCxnSpPr>
            <a:cxnSpLocks/>
          </p:cNvCxnSpPr>
          <p:nvPr/>
        </p:nvCxnSpPr>
        <p:spPr>
          <a:xfrm flipH="1">
            <a:off x="1107725" y="5983026"/>
            <a:ext cx="2129885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4AE3DD15-4DDF-46B2-B747-9D15950F5181}"/>
              </a:ext>
            </a:extLst>
          </p:cNvPr>
          <p:cNvSpPr txBox="1"/>
          <p:nvPr/>
        </p:nvSpPr>
        <p:spPr>
          <a:xfrm>
            <a:off x="4085375" y="5199591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21</a:t>
            </a: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C28AB647-7732-44F1-9477-506A5008455F}"/>
              </a:ext>
            </a:extLst>
          </p:cNvPr>
          <p:cNvSpPr/>
          <p:nvPr/>
        </p:nvSpPr>
        <p:spPr>
          <a:xfrm>
            <a:off x="4549681" y="483556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F70C922D-6F0E-4590-96A8-09D3444F2E70}"/>
              </a:ext>
            </a:extLst>
          </p:cNvPr>
          <p:cNvSpPr/>
          <p:nvPr/>
        </p:nvSpPr>
        <p:spPr>
          <a:xfrm>
            <a:off x="4558189" y="506641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CD65B2C7-A9C4-4FE6-A765-E44DFA528092}"/>
              </a:ext>
            </a:extLst>
          </p:cNvPr>
          <p:cNvCxnSpPr>
            <a:cxnSpLocks/>
          </p:cNvCxnSpPr>
          <p:nvPr/>
        </p:nvCxnSpPr>
        <p:spPr>
          <a:xfrm flipV="1">
            <a:off x="4676073" y="4596733"/>
            <a:ext cx="831714" cy="564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E85D13C1-3BFC-4FE7-AA23-C45F348F971C}"/>
              </a:ext>
            </a:extLst>
          </p:cNvPr>
          <p:cNvCxnSpPr>
            <a:cxnSpLocks/>
          </p:cNvCxnSpPr>
          <p:nvPr/>
        </p:nvCxnSpPr>
        <p:spPr>
          <a:xfrm flipV="1">
            <a:off x="4619657" y="4586542"/>
            <a:ext cx="888130" cy="3227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74BED016-AF23-4270-BAFB-F7DB3D5F0C82}"/>
              </a:ext>
            </a:extLst>
          </p:cNvPr>
          <p:cNvSpPr txBox="1"/>
          <p:nvPr/>
        </p:nvSpPr>
        <p:spPr>
          <a:xfrm>
            <a:off x="4435588" y="4601294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22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1DF53E28-273C-4286-8FC9-9C57E2C4A17A}"/>
              </a:ext>
            </a:extLst>
          </p:cNvPr>
          <p:cNvSpPr txBox="1"/>
          <p:nvPr/>
        </p:nvSpPr>
        <p:spPr>
          <a:xfrm>
            <a:off x="4302699" y="4923934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23</a:t>
            </a: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D01C99C4-D1A9-4E16-AD76-CDBD92E62D52}"/>
              </a:ext>
            </a:extLst>
          </p:cNvPr>
          <p:cNvSpPr/>
          <p:nvPr/>
        </p:nvSpPr>
        <p:spPr>
          <a:xfrm>
            <a:off x="3329662" y="4683416"/>
            <a:ext cx="189470" cy="18947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FFAD2902-88CC-4591-A8F0-2D244AA6B388}"/>
              </a:ext>
            </a:extLst>
          </p:cNvPr>
          <p:cNvSpPr/>
          <p:nvPr/>
        </p:nvSpPr>
        <p:spPr>
          <a:xfrm>
            <a:off x="3338016" y="4968949"/>
            <a:ext cx="189470" cy="18947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A9A20E1A-6C9F-456F-A5D1-A6D6EC168E8E}"/>
              </a:ext>
            </a:extLst>
          </p:cNvPr>
          <p:cNvSpPr txBox="1"/>
          <p:nvPr/>
        </p:nvSpPr>
        <p:spPr>
          <a:xfrm>
            <a:off x="3301004" y="4405915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24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3A2B405E-C9EC-41DF-BCCA-270ED93F45F7}"/>
              </a:ext>
            </a:extLst>
          </p:cNvPr>
          <p:cNvSpPr txBox="1"/>
          <p:nvPr/>
        </p:nvSpPr>
        <p:spPr>
          <a:xfrm>
            <a:off x="3415924" y="4911125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25</a:t>
            </a:r>
          </a:p>
        </p:txBody>
      </p: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662199DA-3EB4-499E-BE61-E75F7DB102DE}"/>
              </a:ext>
            </a:extLst>
          </p:cNvPr>
          <p:cNvCxnSpPr>
            <a:cxnSpLocks/>
          </p:cNvCxnSpPr>
          <p:nvPr/>
        </p:nvCxnSpPr>
        <p:spPr>
          <a:xfrm flipH="1">
            <a:off x="2290146" y="4805837"/>
            <a:ext cx="1194556" cy="119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9A9B9C41-302C-454D-B689-499FCF39EA59}"/>
              </a:ext>
            </a:extLst>
          </p:cNvPr>
          <p:cNvCxnSpPr>
            <a:cxnSpLocks/>
          </p:cNvCxnSpPr>
          <p:nvPr/>
        </p:nvCxnSpPr>
        <p:spPr>
          <a:xfrm flipH="1" flipV="1">
            <a:off x="2272447" y="4934410"/>
            <a:ext cx="1234272" cy="1152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BF74B6BE-FDDD-45D7-9E30-B2A7825197E5}"/>
              </a:ext>
            </a:extLst>
          </p:cNvPr>
          <p:cNvCxnSpPr>
            <a:cxnSpLocks/>
          </p:cNvCxnSpPr>
          <p:nvPr/>
        </p:nvCxnSpPr>
        <p:spPr>
          <a:xfrm flipH="1">
            <a:off x="1224890" y="4934465"/>
            <a:ext cx="1136767" cy="1333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617B21C2-CA1D-43A0-A9C6-B2BD81780E53}"/>
              </a:ext>
            </a:extLst>
          </p:cNvPr>
          <p:cNvCxnSpPr>
            <a:cxnSpLocks/>
          </p:cNvCxnSpPr>
          <p:nvPr/>
        </p:nvCxnSpPr>
        <p:spPr>
          <a:xfrm flipH="1">
            <a:off x="1108541" y="4891891"/>
            <a:ext cx="1286405" cy="1468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Oval 183">
            <a:extLst>
              <a:ext uri="{FF2B5EF4-FFF2-40B4-BE49-F238E27FC236}">
                <a16:creationId xmlns:a16="http://schemas.microsoft.com/office/drawing/2014/main" id="{E9E11724-C36D-4398-AC11-8AF0BD19512F}"/>
              </a:ext>
            </a:extLst>
          </p:cNvPr>
          <p:cNvSpPr/>
          <p:nvPr/>
        </p:nvSpPr>
        <p:spPr>
          <a:xfrm>
            <a:off x="1818750" y="6059710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31CC10DA-0E4E-4CAD-B295-852353A387FD}"/>
              </a:ext>
            </a:extLst>
          </p:cNvPr>
          <p:cNvSpPr/>
          <p:nvPr/>
        </p:nvSpPr>
        <p:spPr>
          <a:xfrm>
            <a:off x="2206158" y="570165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4700719D-946C-4754-AE72-B91DBF57EE84}"/>
              </a:ext>
            </a:extLst>
          </p:cNvPr>
          <p:cNvSpPr/>
          <p:nvPr/>
        </p:nvSpPr>
        <p:spPr>
          <a:xfrm>
            <a:off x="2212646" y="593167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483F6EC0-316C-4E46-9A6B-1DF524F5C9DA}"/>
              </a:ext>
            </a:extLst>
          </p:cNvPr>
          <p:cNvSpPr/>
          <p:nvPr/>
        </p:nvSpPr>
        <p:spPr>
          <a:xfrm>
            <a:off x="2415727" y="5692567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79F89E5F-BD32-4FF2-A3D8-6CD8280A93A7}"/>
              </a:ext>
            </a:extLst>
          </p:cNvPr>
          <p:cNvSpPr/>
          <p:nvPr/>
        </p:nvSpPr>
        <p:spPr>
          <a:xfrm>
            <a:off x="2482681" y="6163037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59CA9562-0D6D-4BCD-A3AF-36C4417BDAE7}"/>
              </a:ext>
            </a:extLst>
          </p:cNvPr>
          <p:cNvSpPr/>
          <p:nvPr/>
        </p:nvSpPr>
        <p:spPr>
          <a:xfrm>
            <a:off x="3512752" y="5505338"/>
            <a:ext cx="189470" cy="18947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B417AF89-023C-4082-BD2F-BF60ACD2F719}"/>
              </a:ext>
            </a:extLst>
          </p:cNvPr>
          <p:cNvSpPr/>
          <p:nvPr/>
        </p:nvSpPr>
        <p:spPr>
          <a:xfrm>
            <a:off x="3769342" y="5500569"/>
            <a:ext cx="189470" cy="18947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97993716-1040-48C9-BB70-8D1B8688FF24}"/>
              </a:ext>
            </a:extLst>
          </p:cNvPr>
          <p:cNvSpPr/>
          <p:nvPr/>
        </p:nvSpPr>
        <p:spPr>
          <a:xfrm>
            <a:off x="2619376" y="5448784"/>
            <a:ext cx="189470" cy="18947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EAFA3FC0-9CC2-4A9E-B53C-6869EA95E1ED}"/>
              </a:ext>
            </a:extLst>
          </p:cNvPr>
          <p:cNvCxnSpPr>
            <a:cxnSpLocks/>
          </p:cNvCxnSpPr>
          <p:nvPr/>
        </p:nvCxnSpPr>
        <p:spPr>
          <a:xfrm flipH="1" flipV="1">
            <a:off x="3150198" y="5162735"/>
            <a:ext cx="698918" cy="442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C87A78CC-0D61-4A98-95C3-BC4809C18D70}"/>
              </a:ext>
            </a:extLst>
          </p:cNvPr>
          <p:cNvCxnSpPr>
            <a:cxnSpLocks/>
          </p:cNvCxnSpPr>
          <p:nvPr/>
        </p:nvCxnSpPr>
        <p:spPr>
          <a:xfrm flipH="1" flipV="1">
            <a:off x="3095323" y="5248301"/>
            <a:ext cx="540138" cy="391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1DBAB51E-BD3E-4C9A-A552-1826AC01894B}"/>
              </a:ext>
            </a:extLst>
          </p:cNvPr>
          <p:cNvCxnSpPr>
            <a:cxnSpLocks/>
          </p:cNvCxnSpPr>
          <p:nvPr/>
        </p:nvCxnSpPr>
        <p:spPr>
          <a:xfrm flipH="1" flipV="1">
            <a:off x="2599318" y="5175394"/>
            <a:ext cx="70267" cy="372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81C363CA-F13A-4D0D-B30E-1F1CA6F25892}"/>
              </a:ext>
            </a:extLst>
          </p:cNvPr>
          <p:cNvCxnSpPr>
            <a:cxnSpLocks/>
          </p:cNvCxnSpPr>
          <p:nvPr/>
        </p:nvCxnSpPr>
        <p:spPr>
          <a:xfrm flipH="1">
            <a:off x="1152296" y="5168159"/>
            <a:ext cx="2067799" cy="1168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4A3252E0-997A-4C36-8A10-DF909C7B1856}"/>
              </a:ext>
            </a:extLst>
          </p:cNvPr>
          <p:cNvCxnSpPr>
            <a:cxnSpLocks/>
          </p:cNvCxnSpPr>
          <p:nvPr/>
        </p:nvCxnSpPr>
        <p:spPr>
          <a:xfrm flipH="1">
            <a:off x="990433" y="5319493"/>
            <a:ext cx="2119966" cy="1158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97F32169-9379-4E73-BDF2-4BAB0C6FFFC6}"/>
              </a:ext>
            </a:extLst>
          </p:cNvPr>
          <p:cNvCxnSpPr>
            <a:cxnSpLocks/>
          </p:cNvCxnSpPr>
          <p:nvPr/>
        </p:nvCxnSpPr>
        <p:spPr>
          <a:xfrm flipH="1">
            <a:off x="1120218" y="5215267"/>
            <a:ext cx="1481135" cy="1096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185DF48B-9DCA-4263-9F2F-8592EF90BDCA}"/>
              </a:ext>
            </a:extLst>
          </p:cNvPr>
          <p:cNvSpPr txBox="1"/>
          <p:nvPr/>
        </p:nvSpPr>
        <p:spPr>
          <a:xfrm>
            <a:off x="3394237" y="5215603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8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F981F706-8CC6-48F5-838A-5AE507966F00}"/>
              </a:ext>
            </a:extLst>
          </p:cNvPr>
          <p:cNvSpPr txBox="1"/>
          <p:nvPr/>
        </p:nvSpPr>
        <p:spPr>
          <a:xfrm>
            <a:off x="3655983" y="5228074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9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FBD7C020-6489-4410-9347-14E878EAC273}"/>
              </a:ext>
            </a:extLst>
          </p:cNvPr>
          <p:cNvSpPr txBox="1"/>
          <p:nvPr/>
        </p:nvSpPr>
        <p:spPr>
          <a:xfrm>
            <a:off x="2580706" y="5185344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10</a:t>
            </a:r>
          </a:p>
        </p:txBody>
      </p: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112DC81B-39E1-4965-AF86-3394B9933B9A}"/>
              </a:ext>
            </a:extLst>
          </p:cNvPr>
          <p:cNvCxnSpPr>
            <a:cxnSpLocks/>
          </p:cNvCxnSpPr>
          <p:nvPr/>
        </p:nvCxnSpPr>
        <p:spPr>
          <a:xfrm flipH="1">
            <a:off x="1163388" y="6270191"/>
            <a:ext cx="1386162" cy="497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F8DDD09D-5042-4886-887E-0F879A31836D}"/>
              </a:ext>
            </a:extLst>
          </p:cNvPr>
          <p:cNvCxnSpPr>
            <a:cxnSpLocks/>
          </p:cNvCxnSpPr>
          <p:nvPr/>
        </p:nvCxnSpPr>
        <p:spPr>
          <a:xfrm flipH="1">
            <a:off x="871270" y="5769470"/>
            <a:ext cx="1386162" cy="497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D6C27980-4F08-453D-89F8-8AEE6AC2AC05}"/>
              </a:ext>
            </a:extLst>
          </p:cNvPr>
          <p:cNvCxnSpPr>
            <a:cxnSpLocks/>
          </p:cNvCxnSpPr>
          <p:nvPr/>
        </p:nvCxnSpPr>
        <p:spPr>
          <a:xfrm flipH="1">
            <a:off x="1098666" y="5804597"/>
            <a:ext cx="1428683" cy="6379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9AEAC73F-80E2-416A-8211-D43BA3AC9332}"/>
              </a:ext>
            </a:extLst>
          </p:cNvPr>
          <p:cNvCxnSpPr>
            <a:cxnSpLocks/>
          </p:cNvCxnSpPr>
          <p:nvPr/>
        </p:nvCxnSpPr>
        <p:spPr>
          <a:xfrm flipH="1">
            <a:off x="780793" y="6049688"/>
            <a:ext cx="1441720" cy="532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396466BF-67C4-43B0-AAB6-8F2135A5AE9B}"/>
              </a:ext>
            </a:extLst>
          </p:cNvPr>
          <p:cNvSpPr txBox="1"/>
          <p:nvPr/>
        </p:nvSpPr>
        <p:spPr>
          <a:xfrm>
            <a:off x="1734927" y="5794265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1A3B51D1-2927-4430-AF00-1922710A2155}"/>
              </a:ext>
            </a:extLst>
          </p:cNvPr>
          <p:cNvSpPr txBox="1"/>
          <p:nvPr/>
        </p:nvSpPr>
        <p:spPr>
          <a:xfrm>
            <a:off x="2141055" y="5455502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7E57042F-0A53-4652-840E-C95BB20EE307}"/>
              </a:ext>
            </a:extLst>
          </p:cNvPr>
          <p:cNvSpPr txBox="1"/>
          <p:nvPr/>
        </p:nvSpPr>
        <p:spPr>
          <a:xfrm>
            <a:off x="2358860" y="5451677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5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50BD235B-76BB-4A06-9D36-A5350533BDA9}"/>
              </a:ext>
            </a:extLst>
          </p:cNvPr>
          <p:cNvSpPr txBox="1"/>
          <p:nvPr/>
        </p:nvSpPr>
        <p:spPr>
          <a:xfrm>
            <a:off x="2137442" y="5999173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6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E391BADF-A071-42A3-BC33-64249F4CCFD9}"/>
              </a:ext>
            </a:extLst>
          </p:cNvPr>
          <p:cNvSpPr txBox="1"/>
          <p:nvPr/>
        </p:nvSpPr>
        <p:spPr>
          <a:xfrm>
            <a:off x="2542065" y="6065856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24722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6390" y="410887"/>
            <a:ext cx="4245610" cy="499848"/>
          </a:xfrm>
        </p:spPr>
        <p:txBody>
          <a:bodyPr>
            <a:normAutofit fontScale="90000"/>
          </a:bodyPr>
          <a:lstStyle/>
          <a:p>
            <a:r>
              <a:rPr lang="en-NZ" dirty="0"/>
              <a:t>Level 2  06-03-19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4660" y="660811"/>
            <a:ext cx="6063048" cy="6197189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4009056" y="3393989"/>
            <a:ext cx="134577" cy="148281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Oval 5"/>
          <p:cNvSpPr/>
          <p:nvPr/>
        </p:nvSpPr>
        <p:spPr>
          <a:xfrm>
            <a:off x="3816815" y="3393988"/>
            <a:ext cx="134577" cy="148281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Oval 6"/>
          <p:cNvSpPr/>
          <p:nvPr/>
        </p:nvSpPr>
        <p:spPr>
          <a:xfrm>
            <a:off x="2583872" y="3245707"/>
            <a:ext cx="134577" cy="148281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Oval 7"/>
          <p:cNvSpPr/>
          <p:nvPr/>
        </p:nvSpPr>
        <p:spPr>
          <a:xfrm>
            <a:off x="2601733" y="2821459"/>
            <a:ext cx="134577" cy="148281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Oval 8"/>
          <p:cNvSpPr/>
          <p:nvPr/>
        </p:nvSpPr>
        <p:spPr>
          <a:xfrm>
            <a:off x="1953715" y="3542269"/>
            <a:ext cx="134577" cy="148281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" name="Oval 9"/>
          <p:cNvSpPr/>
          <p:nvPr/>
        </p:nvSpPr>
        <p:spPr>
          <a:xfrm>
            <a:off x="2088292" y="3542268"/>
            <a:ext cx="134577" cy="148281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Oval 10"/>
          <p:cNvSpPr/>
          <p:nvPr/>
        </p:nvSpPr>
        <p:spPr>
          <a:xfrm>
            <a:off x="1953714" y="3387646"/>
            <a:ext cx="134577" cy="148281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Oval 11"/>
          <p:cNvSpPr/>
          <p:nvPr/>
        </p:nvSpPr>
        <p:spPr>
          <a:xfrm>
            <a:off x="2078666" y="3405177"/>
            <a:ext cx="134577" cy="148281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" name="Oval 12"/>
          <p:cNvSpPr/>
          <p:nvPr/>
        </p:nvSpPr>
        <p:spPr>
          <a:xfrm>
            <a:off x="2194034" y="3405176"/>
            <a:ext cx="134577" cy="148281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Oval 13"/>
          <p:cNvSpPr/>
          <p:nvPr/>
        </p:nvSpPr>
        <p:spPr>
          <a:xfrm>
            <a:off x="2126745" y="2747317"/>
            <a:ext cx="134577" cy="1482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" name="Oval 14"/>
          <p:cNvSpPr/>
          <p:nvPr/>
        </p:nvSpPr>
        <p:spPr>
          <a:xfrm>
            <a:off x="2018306" y="2821458"/>
            <a:ext cx="134577" cy="1482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8" name="Straight Arrow Connector 17"/>
          <p:cNvCxnSpPr>
            <a:cxnSpLocks/>
            <a:stCxn id="5" idx="4"/>
          </p:cNvCxnSpPr>
          <p:nvPr/>
        </p:nvCxnSpPr>
        <p:spPr>
          <a:xfrm>
            <a:off x="4076345" y="3542270"/>
            <a:ext cx="538533" cy="50972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3875247" y="3527688"/>
            <a:ext cx="1063993" cy="8877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2892950" y="4473183"/>
            <a:ext cx="134577" cy="1482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6" name="Oval 45"/>
          <p:cNvSpPr/>
          <p:nvPr/>
        </p:nvSpPr>
        <p:spPr>
          <a:xfrm>
            <a:off x="3171783" y="3833112"/>
            <a:ext cx="134577" cy="1482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51" name="Straight Arrow Connector 50"/>
          <p:cNvCxnSpPr>
            <a:cxnSpLocks/>
          </p:cNvCxnSpPr>
          <p:nvPr/>
        </p:nvCxnSpPr>
        <p:spPr>
          <a:xfrm flipV="1">
            <a:off x="2977011" y="4457136"/>
            <a:ext cx="2001497" cy="89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3032616" y="6481435"/>
            <a:ext cx="134577" cy="148281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7" name="Oval 66"/>
          <p:cNvSpPr/>
          <p:nvPr/>
        </p:nvSpPr>
        <p:spPr>
          <a:xfrm>
            <a:off x="2805082" y="6058489"/>
            <a:ext cx="134577" cy="148281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8" name="Oval 67"/>
          <p:cNvSpPr/>
          <p:nvPr/>
        </p:nvSpPr>
        <p:spPr>
          <a:xfrm>
            <a:off x="2799224" y="6376195"/>
            <a:ext cx="134577" cy="148281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9" name="Oval 68"/>
          <p:cNvSpPr/>
          <p:nvPr/>
        </p:nvSpPr>
        <p:spPr>
          <a:xfrm>
            <a:off x="2565832" y="6504406"/>
            <a:ext cx="134577" cy="148281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0" name="Oval 69"/>
          <p:cNvSpPr/>
          <p:nvPr/>
        </p:nvSpPr>
        <p:spPr>
          <a:xfrm>
            <a:off x="3440192" y="6504406"/>
            <a:ext cx="134577" cy="148281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1" name="Oval 70"/>
          <p:cNvSpPr/>
          <p:nvPr/>
        </p:nvSpPr>
        <p:spPr>
          <a:xfrm>
            <a:off x="3257925" y="6504406"/>
            <a:ext cx="134577" cy="148281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2" name="Oval 71"/>
          <p:cNvSpPr/>
          <p:nvPr/>
        </p:nvSpPr>
        <p:spPr>
          <a:xfrm>
            <a:off x="3736090" y="6255553"/>
            <a:ext cx="134577" cy="148281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5" name="Oval 74"/>
          <p:cNvSpPr/>
          <p:nvPr/>
        </p:nvSpPr>
        <p:spPr>
          <a:xfrm>
            <a:off x="3549454" y="5964590"/>
            <a:ext cx="134577" cy="148281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8" name="Oval 87"/>
          <p:cNvSpPr/>
          <p:nvPr/>
        </p:nvSpPr>
        <p:spPr>
          <a:xfrm>
            <a:off x="3978490" y="5964589"/>
            <a:ext cx="134577" cy="148281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9" name="Oval 88"/>
          <p:cNvSpPr/>
          <p:nvPr/>
        </p:nvSpPr>
        <p:spPr>
          <a:xfrm>
            <a:off x="3988459" y="6275190"/>
            <a:ext cx="134577" cy="148281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0" name="Oval 89"/>
          <p:cNvSpPr/>
          <p:nvPr/>
        </p:nvSpPr>
        <p:spPr>
          <a:xfrm>
            <a:off x="3997429" y="6518029"/>
            <a:ext cx="134577" cy="148281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8" name="Oval 107"/>
          <p:cNvSpPr/>
          <p:nvPr/>
        </p:nvSpPr>
        <p:spPr>
          <a:xfrm>
            <a:off x="4882655" y="5431101"/>
            <a:ext cx="134577" cy="1482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9" name="Oval 108"/>
          <p:cNvSpPr/>
          <p:nvPr/>
        </p:nvSpPr>
        <p:spPr>
          <a:xfrm>
            <a:off x="5100132" y="5359578"/>
            <a:ext cx="134577" cy="1482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11" name="Straight Arrow Connector 110"/>
          <p:cNvCxnSpPr>
            <a:stCxn id="108" idx="0"/>
          </p:cNvCxnSpPr>
          <p:nvPr/>
        </p:nvCxnSpPr>
        <p:spPr>
          <a:xfrm flipV="1">
            <a:off x="4949944" y="4410192"/>
            <a:ext cx="9234" cy="10209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/>
          <p:nvPr/>
        </p:nvCxnSpPr>
        <p:spPr>
          <a:xfrm flipH="1" flipV="1">
            <a:off x="4965430" y="4354059"/>
            <a:ext cx="160620" cy="1060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5533410" y="4988823"/>
            <a:ext cx="134577" cy="1482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6" name="Oval 115"/>
          <p:cNvSpPr/>
          <p:nvPr/>
        </p:nvSpPr>
        <p:spPr>
          <a:xfrm>
            <a:off x="5466121" y="5149786"/>
            <a:ext cx="134577" cy="1482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17" name="Straight Arrow Connector 116"/>
          <p:cNvCxnSpPr/>
          <p:nvPr/>
        </p:nvCxnSpPr>
        <p:spPr>
          <a:xfrm flipH="1" flipV="1">
            <a:off x="4927839" y="4433012"/>
            <a:ext cx="672859" cy="644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9" name="Straight Arrow Connector 118"/>
          <p:cNvCxnSpPr>
            <a:stCxn id="116" idx="0"/>
          </p:cNvCxnSpPr>
          <p:nvPr/>
        </p:nvCxnSpPr>
        <p:spPr>
          <a:xfrm flipH="1" flipV="1">
            <a:off x="4933110" y="4416789"/>
            <a:ext cx="600300" cy="732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113A2FF7-89DE-411F-A0F9-26A4314F0EC1}"/>
              </a:ext>
            </a:extLst>
          </p:cNvPr>
          <p:cNvCxnSpPr>
            <a:cxnSpLocks/>
          </p:cNvCxnSpPr>
          <p:nvPr/>
        </p:nvCxnSpPr>
        <p:spPr>
          <a:xfrm flipH="1">
            <a:off x="2388231" y="4035823"/>
            <a:ext cx="2214346" cy="1528169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796DA756-7D96-4A8D-AA82-75CCE07B512D}"/>
              </a:ext>
            </a:extLst>
          </p:cNvPr>
          <p:cNvSpPr txBox="1"/>
          <p:nvPr/>
        </p:nvSpPr>
        <p:spPr>
          <a:xfrm>
            <a:off x="3884103" y="3146650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264691B-B712-4487-A19A-F2DA36BCC0CA}"/>
              </a:ext>
            </a:extLst>
          </p:cNvPr>
          <p:cNvSpPr txBox="1"/>
          <p:nvPr/>
        </p:nvSpPr>
        <p:spPr>
          <a:xfrm>
            <a:off x="3597098" y="3143789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34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CFE1F417-FE9E-481A-8C2D-E574E9BAA488}"/>
              </a:ext>
            </a:extLst>
          </p:cNvPr>
          <p:cNvCxnSpPr>
            <a:cxnSpLocks/>
          </p:cNvCxnSpPr>
          <p:nvPr/>
        </p:nvCxnSpPr>
        <p:spPr>
          <a:xfrm>
            <a:off x="2634594" y="3315616"/>
            <a:ext cx="538533" cy="50972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3039D566-07E5-45C5-BE56-E29D9ADA6250}"/>
              </a:ext>
            </a:extLst>
          </p:cNvPr>
          <p:cNvSpPr txBox="1"/>
          <p:nvPr/>
        </p:nvSpPr>
        <p:spPr>
          <a:xfrm>
            <a:off x="2908742" y="2915903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05A0A4C-E1D4-4E84-8502-05A68C0BC176}"/>
              </a:ext>
            </a:extLst>
          </p:cNvPr>
          <p:cNvSpPr txBox="1"/>
          <p:nvPr/>
        </p:nvSpPr>
        <p:spPr>
          <a:xfrm>
            <a:off x="2592550" y="3131637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D17CDE3-8F3D-47AB-9986-F17606627690}"/>
              </a:ext>
            </a:extLst>
          </p:cNvPr>
          <p:cNvSpPr txBox="1"/>
          <p:nvPr/>
        </p:nvSpPr>
        <p:spPr>
          <a:xfrm>
            <a:off x="1625978" y="3271417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16CB15E-877B-4CFC-8FD0-8F6464C63596}"/>
              </a:ext>
            </a:extLst>
          </p:cNvPr>
          <p:cNvSpPr txBox="1"/>
          <p:nvPr/>
        </p:nvSpPr>
        <p:spPr>
          <a:xfrm>
            <a:off x="2217944" y="3278627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39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AB644BA-371C-4B15-91F9-6732FA22C414}"/>
              </a:ext>
            </a:extLst>
          </p:cNvPr>
          <p:cNvSpPr txBox="1"/>
          <p:nvPr/>
        </p:nvSpPr>
        <p:spPr>
          <a:xfrm>
            <a:off x="1625978" y="3479316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40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391D996-AD1C-4BEA-A787-C538B60DB834}"/>
              </a:ext>
            </a:extLst>
          </p:cNvPr>
          <p:cNvSpPr txBox="1"/>
          <p:nvPr/>
        </p:nvSpPr>
        <p:spPr>
          <a:xfrm>
            <a:off x="2051213" y="3577649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84630FC-0B23-4464-B01F-E83560ECA1B8}"/>
              </a:ext>
            </a:extLst>
          </p:cNvPr>
          <p:cNvSpPr txBox="1"/>
          <p:nvPr/>
        </p:nvSpPr>
        <p:spPr>
          <a:xfrm>
            <a:off x="1936702" y="3109662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38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C0D41D7F-F330-47D4-AA95-270EA898FEEC}"/>
              </a:ext>
            </a:extLst>
          </p:cNvPr>
          <p:cNvCxnSpPr>
            <a:cxnSpLocks/>
          </p:cNvCxnSpPr>
          <p:nvPr/>
        </p:nvCxnSpPr>
        <p:spPr>
          <a:xfrm>
            <a:off x="2234634" y="3473918"/>
            <a:ext cx="548183" cy="356258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A64A973C-9BB5-481C-B85C-D4CE4EDE3FDF}"/>
              </a:ext>
            </a:extLst>
          </p:cNvPr>
          <p:cNvCxnSpPr>
            <a:cxnSpLocks/>
          </p:cNvCxnSpPr>
          <p:nvPr/>
        </p:nvCxnSpPr>
        <p:spPr>
          <a:xfrm>
            <a:off x="2120182" y="3455261"/>
            <a:ext cx="574038" cy="42747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017CB1F1-0613-426C-81EE-221ADD667AD2}"/>
              </a:ext>
            </a:extLst>
          </p:cNvPr>
          <p:cNvCxnSpPr>
            <a:cxnSpLocks/>
          </p:cNvCxnSpPr>
          <p:nvPr/>
        </p:nvCxnSpPr>
        <p:spPr>
          <a:xfrm>
            <a:off x="1999150" y="3461734"/>
            <a:ext cx="771071" cy="414936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EC6F7289-F3BB-4EBB-A919-D8A724C1F0B5}"/>
              </a:ext>
            </a:extLst>
          </p:cNvPr>
          <p:cNvCxnSpPr>
            <a:cxnSpLocks/>
          </p:cNvCxnSpPr>
          <p:nvPr/>
        </p:nvCxnSpPr>
        <p:spPr>
          <a:xfrm>
            <a:off x="1964996" y="3620833"/>
            <a:ext cx="727263" cy="233638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CEBA695-1E17-4AA0-BD26-ADA7D0EB3FD2}"/>
              </a:ext>
            </a:extLst>
          </p:cNvPr>
          <p:cNvCxnSpPr>
            <a:cxnSpLocks/>
          </p:cNvCxnSpPr>
          <p:nvPr/>
        </p:nvCxnSpPr>
        <p:spPr>
          <a:xfrm>
            <a:off x="2167011" y="3633246"/>
            <a:ext cx="727263" cy="233638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9B73B3C1-1C26-4986-B601-74F8CA41C992}"/>
              </a:ext>
            </a:extLst>
          </p:cNvPr>
          <p:cNvCxnSpPr>
            <a:cxnSpLocks/>
          </p:cNvCxnSpPr>
          <p:nvPr/>
        </p:nvCxnSpPr>
        <p:spPr>
          <a:xfrm flipH="1">
            <a:off x="2346827" y="3849388"/>
            <a:ext cx="403174" cy="1754692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5A9FE5F0-3E99-40AC-A265-2BD1CA049CB9}"/>
              </a:ext>
            </a:extLst>
          </p:cNvPr>
          <p:cNvCxnSpPr>
            <a:cxnSpLocks/>
          </p:cNvCxnSpPr>
          <p:nvPr/>
        </p:nvCxnSpPr>
        <p:spPr>
          <a:xfrm flipH="1">
            <a:off x="2320975" y="3816924"/>
            <a:ext cx="403174" cy="1754692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11D569D3-3A7E-43FC-8408-F700DA701B7F}"/>
              </a:ext>
            </a:extLst>
          </p:cNvPr>
          <p:cNvCxnSpPr>
            <a:cxnSpLocks/>
          </p:cNvCxnSpPr>
          <p:nvPr/>
        </p:nvCxnSpPr>
        <p:spPr>
          <a:xfrm flipH="1">
            <a:off x="2265325" y="3842507"/>
            <a:ext cx="403174" cy="1754692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5C809796-5A80-48BF-AA5B-219C1FF1431E}"/>
              </a:ext>
            </a:extLst>
          </p:cNvPr>
          <p:cNvCxnSpPr>
            <a:cxnSpLocks/>
          </p:cNvCxnSpPr>
          <p:nvPr/>
        </p:nvCxnSpPr>
        <p:spPr>
          <a:xfrm flipH="1">
            <a:off x="2382304" y="3804245"/>
            <a:ext cx="763059" cy="1750665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6F614236-CE33-40C2-BCDC-18EB42080C06}"/>
              </a:ext>
            </a:extLst>
          </p:cNvPr>
          <p:cNvCxnSpPr>
            <a:cxnSpLocks/>
          </p:cNvCxnSpPr>
          <p:nvPr/>
        </p:nvCxnSpPr>
        <p:spPr>
          <a:xfrm>
            <a:off x="2239426" y="2801358"/>
            <a:ext cx="159865" cy="2703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892DD1B5-CF7F-4D51-9370-4BE40BB7CC86}"/>
              </a:ext>
            </a:extLst>
          </p:cNvPr>
          <p:cNvCxnSpPr>
            <a:cxnSpLocks/>
          </p:cNvCxnSpPr>
          <p:nvPr/>
        </p:nvCxnSpPr>
        <p:spPr>
          <a:xfrm>
            <a:off x="2049769" y="2862978"/>
            <a:ext cx="309048" cy="268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648C7E8D-D782-4834-AFF0-33D0A31F7312}"/>
              </a:ext>
            </a:extLst>
          </p:cNvPr>
          <p:cNvSpPr txBox="1"/>
          <p:nvPr/>
        </p:nvSpPr>
        <p:spPr>
          <a:xfrm>
            <a:off x="1607045" y="2717097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43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770DE0E-22A7-4D1F-A67D-5BCB44A3802B}"/>
              </a:ext>
            </a:extLst>
          </p:cNvPr>
          <p:cNvSpPr txBox="1"/>
          <p:nvPr/>
        </p:nvSpPr>
        <p:spPr>
          <a:xfrm>
            <a:off x="1970091" y="2488510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44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3D85702-8AED-41F4-B115-52F50C93DAF1}"/>
              </a:ext>
            </a:extLst>
          </p:cNvPr>
          <p:cNvSpPr txBox="1"/>
          <p:nvPr/>
        </p:nvSpPr>
        <p:spPr>
          <a:xfrm>
            <a:off x="2469720" y="2539340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42</a:t>
            </a: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936C195C-7138-4F87-BA57-AEEFDC38C5A6}"/>
              </a:ext>
            </a:extLst>
          </p:cNvPr>
          <p:cNvCxnSpPr>
            <a:cxnSpLocks/>
          </p:cNvCxnSpPr>
          <p:nvPr/>
        </p:nvCxnSpPr>
        <p:spPr>
          <a:xfrm>
            <a:off x="2617307" y="2867541"/>
            <a:ext cx="2310532" cy="16187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8" name="Oval 127">
            <a:extLst>
              <a:ext uri="{FF2B5EF4-FFF2-40B4-BE49-F238E27FC236}">
                <a16:creationId xmlns:a16="http://schemas.microsoft.com/office/drawing/2014/main" id="{937784BC-5FDA-4D28-A6F9-8BFE18DD6FD7}"/>
              </a:ext>
            </a:extLst>
          </p:cNvPr>
          <p:cNvSpPr/>
          <p:nvPr/>
        </p:nvSpPr>
        <p:spPr>
          <a:xfrm>
            <a:off x="2866512" y="3061607"/>
            <a:ext cx="134577" cy="148281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63F21FA3-76B4-4749-A486-4F0BEB4B5E67}"/>
              </a:ext>
            </a:extLst>
          </p:cNvPr>
          <p:cNvCxnSpPr>
            <a:cxnSpLocks/>
          </p:cNvCxnSpPr>
          <p:nvPr/>
        </p:nvCxnSpPr>
        <p:spPr>
          <a:xfrm>
            <a:off x="2951928" y="3111844"/>
            <a:ext cx="708864" cy="663684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ECFD56F7-BB31-424C-91B5-ED957B1B4DD8}"/>
              </a:ext>
            </a:extLst>
          </p:cNvPr>
          <p:cNvCxnSpPr>
            <a:cxnSpLocks/>
          </p:cNvCxnSpPr>
          <p:nvPr/>
        </p:nvCxnSpPr>
        <p:spPr>
          <a:xfrm flipH="1">
            <a:off x="2372843" y="3742106"/>
            <a:ext cx="1270852" cy="1821886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40C94DE2-27A1-4EA7-AC75-20597CA167C6}"/>
              </a:ext>
            </a:extLst>
          </p:cNvPr>
          <p:cNvCxnSpPr>
            <a:cxnSpLocks/>
          </p:cNvCxnSpPr>
          <p:nvPr/>
        </p:nvCxnSpPr>
        <p:spPr>
          <a:xfrm>
            <a:off x="3287505" y="3911751"/>
            <a:ext cx="1673840" cy="523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D4C88F30-F04D-4E3E-A2F0-FA2D971D8E56}"/>
              </a:ext>
            </a:extLst>
          </p:cNvPr>
          <p:cNvSpPr txBox="1"/>
          <p:nvPr/>
        </p:nvSpPr>
        <p:spPr>
          <a:xfrm>
            <a:off x="3117125" y="3561276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48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893F4BDA-95B8-438B-8800-875030E28D2C}"/>
              </a:ext>
            </a:extLst>
          </p:cNvPr>
          <p:cNvSpPr txBox="1"/>
          <p:nvPr/>
        </p:nvSpPr>
        <p:spPr>
          <a:xfrm>
            <a:off x="2794406" y="4241010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47</a:t>
            </a:r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E3B71C9D-EC6B-40BE-8C21-30B8C6606223}"/>
              </a:ext>
            </a:extLst>
          </p:cNvPr>
          <p:cNvCxnSpPr>
            <a:cxnSpLocks/>
          </p:cNvCxnSpPr>
          <p:nvPr/>
        </p:nvCxnSpPr>
        <p:spPr>
          <a:xfrm flipH="1">
            <a:off x="2443696" y="3841955"/>
            <a:ext cx="403174" cy="1754692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51D9D566-C930-460F-97FD-96166727A235}"/>
              </a:ext>
            </a:extLst>
          </p:cNvPr>
          <p:cNvCxnSpPr>
            <a:cxnSpLocks/>
          </p:cNvCxnSpPr>
          <p:nvPr/>
        </p:nvCxnSpPr>
        <p:spPr>
          <a:xfrm flipH="1">
            <a:off x="2232969" y="3841986"/>
            <a:ext cx="403174" cy="1754692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7" name="Oval 136">
            <a:extLst>
              <a:ext uri="{FF2B5EF4-FFF2-40B4-BE49-F238E27FC236}">
                <a16:creationId xmlns:a16="http://schemas.microsoft.com/office/drawing/2014/main" id="{6B10A8AF-23E8-499E-8995-9DAB601FA140}"/>
              </a:ext>
            </a:extLst>
          </p:cNvPr>
          <p:cNvSpPr/>
          <p:nvPr/>
        </p:nvSpPr>
        <p:spPr>
          <a:xfrm>
            <a:off x="3502780" y="4360279"/>
            <a:ext cx="134577" cy="1482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85BCDE10-FCAD-4E73-B3FF-25BAA6696A4F}"/>
              </a:ext>
            </a:extLst>
          </p:cNvPr>
          <p:cNvSpPr/>
          <p:nvPr/>
        </p:nvSpPr>
        <p:spPr>
          <a:xfrm>
            <a:off x="2811394" y="3979152"/>
            <a:ext cx="134577" cy="1482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EB370224-D6EE-4048-865C-E1F000499CC2}"/>
              </a:ext>
            </a:extLst>
          </p:cNvPr>
          <p:cNvSpPr txBox="1"/>
          <p:nvPr/>
        </p:nvSpPr>
        <p:spPr>
          <a:xfrm>
            <a:off x="2782526" y="3802076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45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788DEAF-8F62-4A15-A393-3E0349612119}"/>
              </a:ext>
            </a:extLst>
          </p:cNvPr>
          <p:cNvSpPr txBox="1"/>
          <p:nvPr/>
        </p:nvSpPr>
        <p:spPr>
          <a:xfrm>
            <a:off x="3346115" y="4163942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49</a:t>
            </a: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28ABE395-E603-4AEB-A850-2E2275D7A2BD}"/>
              </a:ext>
            </a:extLst>
          </p:cNvPr>
          <p:cNvCxnSpPr>
            <a:cxnSpLocks/>
          </p:cNvCxnSpPr>
          <p:nvPr/>
        </p:nvCxnSpPr>
        <p:spPr>
          <a:xfrm>
            <a:off x="2882085" y="4076173"/>
            <a:ext cx="2070511" cy="371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E010D8E4-093C-406F-B380-5A378DF3FD9F}"/>
              </a:ext>
            </a:extLst>
          </p:cNvPr>
          <p:cNvCxnSpPr>
            <a:cxnSpLocks/>
          </p:cNvCxnSpPr>
          <p:nvPr/>
        </p:nvCxnSpPr>
        <p:spPr>
          <a:xfrm>
            <a:off x="3592078" y="4437422"/>
            <a:ext cx="13671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5" name="Oval 144">
            <a:extLst>
              <a:ext uri="{FF2B5EF4-FFF2-40B4-BE49-F238E27FC236}">
                <a16:creationId xmlns:a16="http://schemas.microsoft.com/office/drawing/2014/main" id="{A2D44654-5F63-4B53-9900-9988F43C6E06}"/>
              </a:ext>
            </a:extLst>
          </p:cNvPr>
          <p:cNvSpPr/>
          <p:nvPr/>
        </p:nvSpPr>
        <p:spPr>
          <a:xfrm>
            <a:off x="3457473" y="3806803"/>
            <a:ext cx="134577" cy="148281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543D5021-0B05-4777-9693-B8C403EB31D0}"/>
              </a:ext>
            </a:extLst>
          </p:cNvPr>
          <p:cNvCxnSpPr>
            <a:cxnSpLocks/>
          </p:cNvCxnSpPr>
          <p:nvPr/>
        </p:nvCxnSpPr>
        <p:spPr>
          <a:xfrm>
            <a:off x="3510248" y="3854254"/>
            <a:ext cx="765380" cy="744947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3ED98E8B-E4AC-4277-A140-D5C3AF277D5E}"/>
              </a:ext>
            </a:extLst>
          </p:cNvPr>
          <p:cNvCxnSpPr>
            <a:cxnSpLocks/>
          </p:cNvCxnSpPr>
          <p:nvPr/>
        </p:nvCxnSpPr>
        <p:spPr>
          <a:xfrm flipH="1">
            <a:off x="2386740" y="4592384"/>
            <a:ext cx="1867001" cy="986998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5F072AB8-091A-494C-A116-421B3806975A}"/>
              </a:ext>
            </a:extLst>
          </p:cNvPr>
          <p:cNvSpPr txBox="1"/>
          <p:nvPr/>
        </p:nvSpPr>
        <p:spPr>
          <a:xfrm>
            <a:off x="3454355" y="3718951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46</a:t>
            </a: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1342E53A-44E8-4F66-B6FE-D6CA8448AE72}"/>
              </a:ext>
            </a:extLst>
          </p:cNvPr>
          <p:cNvSpPr/>
          <p:nvPr/>
        </p:nvSpPr>
        <p:spPr>
          <a:xfrm>
            <a:off x="4315060" y="4386863"/>
            <a:ext cx="134577" cy="148281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FC6CEC8D-44F2-4980-AE65-F6A14C934338}"/>
              </a:ext>
            </a:extLst>
          </p:cNvPr>
          <p:cNvCxnSpPr>
            <a:cxnSpLocks/>
          </p:cNvCxnSpPr>
          <p:nvPr/>
        </p:nvCxnSpPr>
        <p:spPr>
          <a:xfrm flipH="1">
            <a:off x="2431232" y="4452583"/>
            <a:ext cx="1969065" cy="10312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1" name="Oval 150">
            <a:extLst>
              <a:ext uri="{FF2B5EF4-FFF2-40B4-BE49-F238E27FC236}">
                <a16:creationId xmlns:a16="http://schemas.microsoft.com/office/drawing/2014/main" id="{82563D56-6868-4FB6-87C4-FCAEFCC923BD}"/>
              </a:ext>
            </a:extLst>
          </p:cNvPr>
          <p:cNvSpPr/>
          <p:nvPr/>
        </p:nvSpPr>
        <p:spPr>
          <a:xfrm>
            <a:off x="4311795" y="4623895"/>
            <a:ext cx="134577" cy="148281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A3FF7D14-36F2-40B6-8E48-61EA2783E256}"/>
              </a:ext>
            </a:extLst>
          </p:cNvPr>
          <p:cNvSpPr/>
          <p:nvPr/>
        </p:nvSpPr>
        <p:spPr>
          <a:xfrm>
            <a:off x="4140474" y="4037367"/>
            <a:ext cx="134577" cy="148281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247E400E-AEFF-4E2C-8F7C-73D1097FA0B3}"/>
              </a:ext>
            </a:extLst>
          </p:cNvPr>
          <p:cNvCxnSpPr>
            <a:cxnSpLocks/>
          </p:cNvCxnSpPr>
          <p:nvPr/>
        </p:nvCxnSpPr>
        <p:spPr>
          <a:xfrm flipH="1">
            <a:off x="2454872" y="4671548"/>
            <a:ext cx="1953685" cy="8718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FDB97176-DBE4-450F-A062-29CA0818E2CC}"/>
              </a:ext>
            </a:extLst>
          </p:cNvPr>
          <p:cNvCxnSpPr>
            <a:cxnSpLocks/>
          </p:cNvCxnSpPr>
          <p:nvPr/>
        </p:nvCxnSpPr>
        <p:spPr>
          <a:xfrm flipH="1">
            <a:off x="2393417" y="4128552"/>
            <a:ext cx="1797297" cy="14309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175DAA8F-A5E6-454B-AF7B-5CCF9D218E8A}"/>
              </a:ext>
            </a:extLst>
          </p:cNvPr>
          <p:cNvSpPr txBox="1"/>
          <p:nvPr/>
        </p:nvSpPr>
        <p:spPr>
          <a:xfrm>
            <a:off x="4340776" y="4269591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50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D38F420-1713-440F-B916-6B9587EDF10D}"/>
              </a:ext>
            </a:extLst>
          </p:cNvPr>
          <p:cNvSpPr txBox="1"/>
          <p:nvPr/>
        </p:nvSpPr>
        <p:spPr>
          <a:xfrm>
            <a:off x="4352153" y="4546403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51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9408F521-7439-420C-A1DE-3E5950792FAE}"/>
              </a:ext>
            </a:extLst>
          </p:cNvPr>
          <p:cNvSpPr txBox="1"/>
          <p:nvPr/>
        </p:nvSpPr>
        <p:spPr>
          <a:xfrm>
            <a:off x="3987233" y="3783942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52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4DE91E86-721A-4305-AA3D-6C97E7443F91}"/>
              </a:ext>
            </a:extLst>
          </p:cNvPr>
          <p:cNvCxnSpPr>
            <a:cxnSpLocks/>
          </p:cNvCxnSpPr>
          <p:nvPr/>
        </p:nvCxnSpPr>
        <p:spPr>
          <a:xfrm flipV="1">
            <a:off x="4111807" y="5614076"/>
            <a:ext cx="295436" cy="762119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8F50DDB9-CFB6-4367-A30C-2A842600F5D0}"/>
              </a:ext>
            </a:extLst>
          </p:cNvPr>
          <p:cNvCxnSpPr>
            <a:cxnSpLocks/>
          </p:cNvCxnSpPr>
          <p:nvPr/>
        </p:nvCxnSpPr>
        <p:spPr>
          <a:xfrm flipV="1">
            <a:off x="2883766" y="5820854"/>
            <a:ext cx="852324" cy="632938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EC8DF9AC-9CCB-4234-8C7A-2FA58E44D7E1}"/>
              </a:ext>
            </a:extLst>
          </p:cNvPr>
          <p:cNvCxnSpPr>
            <a:cxnSpLocks/>
          </p:cNvCxnSpPr>
          <p:nvPr/>
        </p:nvCxnSpPr>
        <p:spPr>
          <a:xfrm flipV="1">
            <a:off x="2853903" y="5676260"/>
            <a:ext cx="1009785" cy="44392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689B41B8-7C83-4843-A1BD-68745BF0DFDC}"/>
              </a:ext>
            </a:extLst>
          </p:cNvPr>
          <p:cNvCxnSpPr>
            <a:cxnSpLocks/>
          </p:cNvCxnSpPr>
          <p:nvPr/>
        </p:nvCxnSpPr>
        <p:spPr>
          <a:xfrm flipH="1" flipV="1">
            <a:off x="2425143" y="5543415"/>
            <a:ext cx="1962219" cy="125704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16902640-0B49-4EC1-82EE-233CC6CB2EC0}"/>
              </a:ext>
            </a:extLst>
          </p:cNvPr>
          <p:cNvCxnSpPr>
            <a:cxnSpLocks/>
          </p:cNvCxnSpPr>
          <p:nvPr/>
        </p:nvCxnSpPr>
        <p:spPr>
          <a:xfrm flipH="1" flipV="1">
            <a:off x="2407201" y="5607572"/>
            <a:ext cx="1323098" cy="244592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3E558D62-1650-4304-884E-9A5C0347FDE7}"/>
              </a:ext>
            </a:extLst>
          </p:cNvPr>
          <p:cNvCxnSpPr>
            <a:cxnSpLocks/>
          </p:cNvCxnSpPr>
          <p:nvPr/>
        </p:nvCxnSpPr>
        <p:spPr>
          <a:xfrm flipH="1" flipV="1">
            <a:off x="2480793" y="5545011"/>
            <a:ext cx="1339947" cy="154205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CEB1744B-4A9D-410C-9970-AFB81A8762C6}"/>
              </a:ext>
            </a:extLst>
          </p:cNvPr>
          <p:cNvCxnSpPr>
            <a:cxnSpLocks/>
          </p:cNvCxnSpPr>
          <p:nvPr/>
        </p:nvCxnSpPr>
        <p:spPr>
          <a:xfrm flipH="1" flipV="1">
            <a:off x="2268839" y="5570677"/>
            <a:ext cx="1344379" cy="4601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4CDD1A7C-E6A8-4637-A98A-4C0A634DB176}"/>
              </a:ext>
            </a:extLst>
          </p:cNvPr>
          <p:cNvCxnSpPr>
            <a:cxnSpLocks/>
          </p:cNvCxnSpPr>
          <p:nvPr/>
        </p:nvCxnSpPr>
        <p:spPr>
          <a:xfrm flipH="1" flipV="1">
            <a:off x="2496214" y="5563368"/>
            <a:ext cx="1562564" cy="4574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057E702F-63F1-4EAE-9004-11B3F492FC94}"/>
              </a:ext>
            </a:extLst>
          </p:cNvPr>
          <p:cNvCxnSpPr>
            <a:cxnSpLocks/>
          </p:cNvCxnSpPr>
          <p:nvPr/>
        </p:nvCxnSpPr>
        <p:spPr>
          <a:xfrm flipH="1" flipV="1">
            <a:off x="2496214" y="5664345"/>
            <a:ext cx="1349840" cy="6821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418B122D-E7D1-4B45-9447-D93587D63D9B}"/>
              </a:ext>
            </a:extLst>
          </p:cNvPr>
          <p:cNvCxnSpPr>
            <a:cxnSpLocks/>
          </p:cNvCxnSpPr>
          <p:nvPr/>
        </p:nvCxnSpPr>
        <p:spPr>
          <a:xfrm flipH="1" flipV="1">
            <a:off x="2485423" y="5510685"/>
            <a:ext cx="1567823" cy="11136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A7A8826E-B624-4FCC-8793-AC574C89297C}"/>
              </a:ext>
            </a:extLst>
          </p:cNvPr>
          <p:cNvCxnSpPr>
            <a:cxnSpLocks/>
          </p:cNvCxnSpPr>
          <p:nvPr/>
        </p:nvCxnSpPr>
        <p:spPr>
          <a:xfrm flipH="1" flipV="1">
            <a:off x="2424636" y="5603025"/>
            <a:ext cx="1099070" cy="9962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8905D8DB-2C25-4F10-9BB4-5E1316D3BFB6}"/>
              </a:ext>
            </a:extLst>
          </p:cNvPr>
          <p:cNvCxnSpPr>
            <a:cxnSpLocks/>
          </p:cNvCxnSpPr>
          <p:nvPr/>
        </p:nvCxnSpPr>
        <p:spPr>
          <a:xfrm flipH="1" flipV="1">
            <a:off x="2428766" y="5557992"/>
            <a:ext cx="686279" cy="10499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EB77B80C-4F0D-4882-995B-69E4CF97F57F}"/>
              </a:ext>
            </a:extLst>
          </p:cNvPr>
          <p:cNvCxnSpPr>
            <a:cxnSpLocks/>
          </p:cNvCxnSpPr>
          <p:nvPr/>
        </p:nvCxnSpPr>
        <p:spPr>
          <a:xfrm flipH="1" flipV="1">
            <a:off x="2464877" y="5595179"/>
            <a:ext cx="180461" cy="10230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9" name="Oval 198">
            <a:extLst>
              <a:ext uri="{FF2B5EF4-FFF2-40B4-BE49-F238E27FC236}">
                <a16:creationId xmlns:a16="http://schemas.microsoft.com/office/drawing/2014/main" id="{09C49B7C-C70A-472F-8AE3-2D8369B8A46B}"/>
              </a:ext>
            </a:extLst>
          </p:cNvPr>
          <p:cNvSpPr/>
          <p:nvPr/>
        </p:nvSpPr>
        <p:spPr>
          <a:xfrm>
            <a:off x="3440192" y="6283274"/>
            <a:ext cx="134577" cy="148281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BDF9FD53-27E5-402B-B893-9ABDA0C484AA}"/>
              </a:ext>
            </a:extLst>
          </p:cNvPr>
          <p:cNvSpPr/>
          <p:nvPr/>
        </p:nvSpPr>
        <p:spPr>
          <a:xfrm>
            <a:off x="3137931" y="5983997"/>
            <a:ext cx="134577" cy="148281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A7693152-B840-401B-B694-3663EB2A8A89}"/>
              </a:ext>
            </a:extLst>
          </p:cNvPr>
          <p:cNvCxnSpPr>
            <a:cxnSpLocks/>
          </p:cNvCxnSpPr>
          <p:nvPr/>
        </p:nvCxnSpPr>
        <p:spPr>
          <a:xfrm flipH="1" flipV="1">
            <a:off x="2378426" y="5475483"/>
            <a:ext cx="1152191" cy="8544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6C47F67D-B6B0-42BC-8B72-E29A281A1CB4}"/>
              </a:ext>
            </a:extLst>
          </p:cNvPr>
          <p:cNvCxnSpPr>
            <a:cxnSpLocks/>
          </p:cNvCxnSpPr>
          <p:nvPr/>
        </p:nvCxnSpPr>
        <p:spPr>
          <a:xfrm flipH="1" flipV="1">
            <a:off x="1905403" y="5550619"/>
            <a:ext cx="1447279" cy="10611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30CF56AE-90C3-4FB0-BB1D-88E3AFD5162C}"/>
              </a:ext>
            </a:extLst>
          </p:cNvPr>
          <p:cNvCxnSpPr>
            <a:cxnSpLocks/>
          </p:cNvCxnSpPr>
          <p:nvPr/>
        </p:nvCxnSpPr>
        <p:spPr>
          <a:xfrm flipH="1" flipV="1">
            <a:off x="2434557" y="5540782"/>
            <a:ext cx="703374" cy="5173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6" name="TextBox 205">
            <a:extLst>
              <a:ext uri="{FF2B5EF4-FFF2-40B4-BE49-F238E27FC236}">
                <a16:creationId xmlns:a16="http://schemas.microsoft.com/office/drawing/2014/main" id="{3CF76E21-FCC7-435B-93D3-F2FFFF74409C}"/>
              </a:ext>
            </a:extLst>
          </p:cNvPr>
          <p:cNvSpPr txBox="1"/>
          <p:nvPr/>
        </p:nvSpPr>
        <p:spPr>
          <a:xfrm>
            <a:off x="2651785" y="5773409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53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F0A89197-0849-4A83-8716-59B9C9B2E891}"/>
              </a:ext>
            </a:extLst>
          </p:cNvPr>
          <p:cNvSpPr txBox="1"/>
          <p:nvPr/>
        </p:nvSpPr>
        <p:spPr>
          <a:xfrm>
            <a:off x="2700409" y="6156597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54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1DCC8037-8A7E-4F60-BC0D-0FFC79D9A6C1}"/>
              </a:ext>
            </a:extLst>
          </p:cNvPr>
          <p:cNvSpPr txBox="1"/>
          <p:nvPr/>
        </p:nvSpPr>
        <p:spPr>
          <a:xfrm>
            <a:off x="2277887" y="6391481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57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75AE1BD9-972D-4E81-8A27-DE13520A713A}"/>
              </a:ext>
            </a:extLst>
          </p:cNvPr>
          <p:cNvSpPr txBox="1"/>
          <p:nvPr/>
        </p:nvSpPr>
        <p:spPr>
          <a:xfrm>
            <a:off x="3290623" y="6038473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55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E9DFABF0-9C46-4719-AB85-B3BA77243141}"/>
              </a:ext>
            </a:extLst>
          </p:cNvPr>
          <p:cNvSpPr txBox="1"/>
          <p:nvPr/>
        </p:nvSpPr>
        <p:spPr>
          <a:xfrm>
            <a:off x="3109107" y="6569136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63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641270EC-AAEC-4457-93FB-06B94459D1DD}"/>
              </a:ext>
            </a:extLst>
          </p:cNvPr>
          <p:cNvSpPr txBox="1"/>
          <p:nvPr/>
        </p:nvSpPr>
        <p:spPr>
          <a:xfrm>
            <a:off x="3044332" y="5712876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58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018F20FF-2201-4D13-AD65-4FAC9CAD4B92}"/>
              </a:ext>
            </a:extLst>
          </p:cNvPr>
          <p:cNvSpPr txBox="1"/>
          <p:nvPr/>
        </p:nvSpPr>
        <p:spPr>
          <a:xfrm>
            <a:off x="2805255" y="6548278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62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F22574B5-01CC-4A06-9A62-8D00E3438815}"/>
              </a:ext>
            </a:extLst>
          </p:cNvPr>
          <p:cNvSpPr txBox="1"/>
          <p:nvPr/>
        </p:nvSpPr>
        <p:spPr>
          <a:xfrm>
            <a:off x="3622912" y="6035307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60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87720619-C586-462F-A8BE-D6C2A7EFF9A6}"/>
              </a:ext>
            </a:extLst>
          </p:cNvPr>
          <p:cNvSpPr txBox="1"/>
          <p:nvPr/>
        </p:nvSpPr>
        <p:spPr>
          <a:xfrm>
            <a:off x="3530617" y="5856711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61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6B755A5-1D80-4D00-8E50-0D6F699B6695}"/>
              </a:ext>
            </a:extLst>
          </p:cNvPr>
          <p:cNvSpPr txBox="1"/>
          <p:nvPr/>
        </p:nvSpPr>
        <p:spPr>
          <a:xfrm>
            <a:off x="4052863" y="6398231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64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6805690B-49DA-4BFC-BEA2-B8793ED5A8A8}"/>
              </a:ext>
            </a:extLst>
          </p:cNvPr>
          <p:cNvSpPr txBox="1"/>
          <p:nvPr/>
        </p:nvSpPr>
        <p:spPr>
          <a:xfrm>
            <a:off x="4019233" y="6148621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59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05CA68EF-9CB7-428D-8F16-4937453769C6}"/>
              </a:ext>
            </a:extLst>
          </p:cNvPr>
          <p:cNvSpPr txBox="1"/>
          <p:nvPr/>
        </p:nvSpPr>
        <p:spPr>
          <a:xfrm>
            <a:off x="3366863" y="6572109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56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389A5305-7779-4687-B06D-4DE8DF3B1BD1}"/>
              </a:ext>
            </a:extLst>
          </p:cNvPr>
          <p:cNvSpPr txBox="1"/>
          <p:nvPr/>
        </p:nvSpPr>
        <p:spPr>
          <a:xfrm>
            <a:off x="3954529" y="5764641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65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B99AB57-BDEA-4167-9396-F8ED49081683}"/>
              </a:ext>
            </a:extLst>
          </p:cNvPr>
          <p:cNvSpPr txBox="1"/>
          <p:nvPr/>
        </p:nvSpPr>
        <p:spPr>
          <a:xfrm>
            <a:off x="5562600" y="4854594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66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85A58D7C-FDC1-451C-8AE9-9B806DB55FA2}"/>
              </a:ext>
            </a:extLst>
          </p:cNvPr>
          <p:cNvSpPr txBox="1"/>
          <p:nvPr/>
        </p:nvSpPr>
        <p:spPr>
          <a:xfrm>
            <a:off x="5500728" y="5156383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67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090F3620-B382-410F-94C0-CDF3F665809A}"/>
              </a:ext>
            </a:extLst>
          </p:cNvPr>
          <p:cNvSpPr txBox="1"/>
          <p:nvPr/>
        </p:nvSpPr>
        <p:spPr>
          <a:xfrm>
            <a:off x="5089570" y="5437447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69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492C5673-687B-4D1A-8390-7E22BC10E9AA}"/>
              </a:ext>
            </a:extLst>
          </p:cNvPr>
          <p:cNvSpPr txBox="1"/>
          <p:nvPr/>
        </p:nvSpPr>
        <p:spPr>
          <a:xfrm>
            <a:off x="4726963" y="5508896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70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F44AA922-7A3F-453D-A554-D65E0C0C9717}"/>
              </a:ext>
            </a:extLst>
          </p:cNvPr>
          <p:cNvSpPr txBox="1"/>
          <p:nvPr/>
        </p:nvSpPr>
        <p:spPr>
          <a:xfrm>
            <a:off x="4693129" y="4075384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1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43E9AE64-3F71-484B-B656-004562C70F0B}"/>
              </a:ext>
            </a:extLst>
          </p:cNvPr>
          <p:cNvSpPr txBox="1"/>
          <p:nvPr/>
        </p:nvSpPr>
        <p:spPr>
          <a:xfrm>
            <a:off x="1069967" y="5378702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2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8594BE25-B132-41D9-BD87-3319E8D7A8BC}"/>
              </a:ext>
            </a:extLst>
          </p:cNvPr>
          <p:cNvSpPr txBox="1"/>
          <p:nvPr/>
        </p:nvSpPr>
        <p:spPr>
          <a:xfrm>
            <a:off x="2213417" y="496200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3</a:t>
            </a:r>
          </a:p>
        </p:txBody>
      </p:sp>
    </p:spTree>
    <p:extLst>
      <p:ext uri="{BB962C8B-B14F-4D97-AF65-F5344CB8AC3E}">
        <p14:creationId xmlns:p14="http://schemas.microsoft.com/office/powerpoint/2010/main" val="3110705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134" y="111528"/>
            <a:ext cx="4810739" cy="716090"/>
          </a:xfrm>
        </p:spPr>
        <p:txBody>
          <a:bodyPr>
            <a:normAutofit/>
          </a:bodyPr>
          <a:lstStyle/>
          <a:p>
            <a:r>
              <a:rPr lang="en-NZ" dirty="0"/>
              <a:t>Level 3 06-03-19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6020" y="930876"/>
            <a:ext cx="6730314" cy="5950987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113008" y="6410405"/>
            <a:ext cx="75036" cy="1139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Oval 5"/>
          <p:cNvSpPr/>
          <p:nvPr/>
        </p:nvSpPr>
        <p:spPr>
          <a:xfrm>
            <a:off x="3113008" y="6222303"/>
            <a:ext cx="75036" cy="1139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Oval 6"/>
          <p:cNvSpPr/>
          <p:nvPr/>
        </p:nvSpPr>
        <p:spPr>
          <a:xfrm>
            <a:off x="3113008" y="6034201"/>
            <a:ext cx="75036" cy="1139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Oval 7"/>
          <p:cNvSpPr/>
          <p:nvPr/>
        </p:nvSpPr>
        <p:spPr>
          <a:xfrm>
            <a:off x="3265408" y="5920239"/>
            <a:ext cx="75036" cy="1139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Oval 8"/>
          <p:cNvSpPr/>
          <p:nvPr/>
        </p:nvSpPr>
        <p:spPr>
          <a:xfrm>
            <a:off x="3417808" y="6034201"/>
            <a:ext cx="75036" cy="1139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" name="Oval 9"/>
          <p:cNvSpPr/>
          <p:nvPr/>
        </p:nvSpPr>
        <p:spPr>
          <a:xfrm>
            <a:off x="3455326" y="6388427"/>
            <a:ext cx="75036" cy="1139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Oval 10"/>
          <p:cNvSpPr/>
          <p:nvPr/>
        </p:nvSpPr>
        <p:spPr>
          <a:xfrm>
            <a:off x="3546391" y="5920239"/>
            <a:ext cx="75036" cy="1139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Oval 11"/>
          <p:cNvSpPr/>
          <p:nvPr/>
        </p:nvSpPr>
        <p:spPr>
          <a:xfrm>
            <a:off x="3546391" y="6222303"/>
            <a:ext cx="75036" cy="1139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" name="Oval 12"/>
          <p:cNvSpPr/>
          <p:nvPr/>
        </p:nvSpPr>
        <p:spPr>
          <a:xfrm>
            <a:off x="3685090" y="5920239"/>
            <a:ext cx="75036" cy="11396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Oval 13"/>
          <p:cNvSpPr/>
          <p:nvPr/>
        </p:nvSpPr>
        <p:spPr>
          <a:xfrm>
            <a:off x="3698791" y="6072639"/>
            <a:ext cx="75036" cy="1139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" name="Oval 14"/>
          <p:cNvSpPr/>
          <p:nvPr/>
        </p:nvSpPr>
        <p:spPr>
          <a:xfrm>
            <a:off x="3698791" y="6224355"/>
            <a:ext cx="75036" cy="1139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" name="Oval 15"/>
          <p:cNvSpPr/>
          <p:nvPr/>
        </p:nvSpPr>
        <p:spPr>
          <a:xfrm>
            <a:off x="3698791" y="6401469"/>
            <a:ext cx="75036" cy="11396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" name="Oval 16"/>
          <p:cNvSpPr/>
          <p:nvPr/>
        </p:nvSpPr>
        <p:spPr>
          <a:xfrm>
            <a:off x="3246649" y="6401469"/>
            <a:ext cx="75036" cy="1139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20" name="Straight Arrow Connector 19"/>
          <p:cNvCxnSpPr>
            <a:stCxn id="17" idx="0"/>
          </p:cNvCxnSpPr>
          <p:nvPr/>
        </p:nvCxnSpPr>
        <p:spPr>
          <a:xfrm flipH="1" flipV="1">
            <a:off x="2845726" y="5511114"/>
            <a:ext cx="438441" cy="8903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105902" y="6296443"/>
            <a:ext cx="75036" cy="1139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2" name="Oval 21"/>
          <p:cNvSpPr/>
          <p:nvPr/>
        </p:nvSpPr>
        <p:spPr>
          <a:xfrm>
            <a:off x="4108182" y="6125378"/>
            <a:ext cx="75036" cy="1139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23" name="Straight Arrow Connector 22"/>
          <p:cNvCxnSpPr>
            <a:cxnSpLocks/>
            <a:stCxn id="22" idx="0"/>
          </p:cNvCxnSpPr>
          <p:nvPr/>
        </p:nvCxnSpPr>
        <p:spPr>
          <a:xfrm flipH="1" flipV="1">
            <a:off x="2808208" y="5511116"/>
            <a:ext cx="1337492" cy="614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cxnSpLocks/>
            <a:stCxn id="21" idx="2"/>
          </p:cNvCxnSpPr>
          <p:nvPr/>
        </p:nvCxnSpPr>
        <p:spPr>
          <a:xfrm flipH="1" flipV="1">
            <a:off x="2836348" y="5511116"/>
            <a:ext cx="1269554" cy="842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cxnSpLocks/>
            <a:stCxn id="13" idx="6"/>
          </p:cNvCxnSpPr>
          <p:nvPr/>
        </p:nvCxnSpPr>
        <p:spPr>
          <a:xfrm flipV="1">
            <a:off x="3760126" y="5747919"/>
            <a:ext cx="246139" cy="229301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 flipV="1">
            <a:off x="2874189" y="5568223"/>
            <a:ext cx="810067" cy="5236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 flipV="1">
            <a:off x="2808208" y="5498440"/>
            <a:ext cx="859467" cy="760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cxnSpLocks/>
          </p:cNvCxnSpPr>
          <p:nvPr/>
        </p:nvCxnSpPr>
        <p:spPr>
          <a:xfrm flipV="1">
            <a:off x="3743468" y="5835185"/>
            <a:ext cx="321112" cy="652134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 flipV="1">
            <a:off x="2873355" y="5579231"/>
            <a:ext cx="623196" cy="916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H="1" flipV="1">
            <a:off x="2886520" y="5579231"/>
            <a:ext cx="673145" cy="678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 flipV="1">
            <a:off x="2868868" y="5568223"/>
            <a:ext cx="239211" cy="8519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6" idx="1"/>
          </p:cNvCxnSpPr>
          <p:nvPr/>
        </p:nvCxnSpPr>
        <p:spPr>
          <a:xfrm flipH="1" flipV="1">
            <a:off x="2860121" y="5578009"/>
            <a:ext cx="263876" cy="660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 flipV="1">
            <a:off x="2860121" y="5599601"/>
            <a:ext cx="279624" cy="442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7258883" y="6410405"/>
            <a:ext cx="75036" cy="1139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7" name="Oval 46"/>
          <p:cNvSpPr/>
          <p:nvPr/>
        </p:nvSpPr>
        <p:spPr>
          <a:xfrm>
            <a:off x="6935230" y="6398978"/>
            <a:ext cx="75036" cy="1139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8" name="Oval 47"/>
          <p:cNvSpPr/>
          <p:nvPr/>
        </p:nvSpPr>
        <p:spPr>
          <a:xfrm>
            <a:off x="7333919" y="6108341"/>
            <a:ext cx="75036" cy="1139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 </a:t>
            </a:r>
          </a:p>
        </p:txBody>
      </p:sp>
      <p:cxnSp>
        <p:nvCxnSpPr>
          <p:cNvPr id="50" name="Straight Arrow Connector 49"/>
          <p:cNvCxnSpPr>
            <a:stCxn id="48" idx="1"/>
          </p:cNvCxnSpPr>
          <p:nvPr/>
        </p:nvCxnSpPr>
        <p:spPr>
          <a:xfrm flipV="1">
            <a:off x="7344908" y="4917989"/>
            <a:ext cx="481038" cy="1207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V="1">
            <a:off x="7277642" y="4917989"/>
            <a:ext cx="567024" cy="1537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V="1">
            <a:off x="6950411" y="4917989"/>
            <a:ext cx="886524" cy="1525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4894D75-3C97-4807-942F-91EEA2910183}"/>
              </a:ext>
            </a:extLst>
          </p:cNvPr>
          <p:cNvSpPr txBox="1"/>
          <p:nvPr/>
        </p:nvSpPr>
        <p:spPr>
          <a:xfrm>
            <a:off x="7333919" y="6019095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87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541DED-953C-44DE-B145-28AF9719FC89}"/>
              </a:ext>
            </a:extLst>
          </p:cNvPr>
          <p:cNvSpPr txBox="1"/>
          <p:nvPr/>
        </p:nvSpPr>
        <p:spPr>
          <a:xfrm>
            <a:off x="7284586" y="6267588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88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4794769-6695-42D3-AA7E-8317CE6AF9E2}"/>
              </a:ext>
            </a:extLst>
          </p:cNvPr>
          <p:cNvSpPr txBox="1"/>
          <p:nvPr/>
        </p:nvSpPr>
        <p:spPr>
          <a:xfrm>
            <a:off x="6775580" y="6120300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CFEF5B8-62AC-4B04-A396-A1424F05403B}"/>
              </a:ext>
            </a:extLst>
          </p:cNvPr>
          <p:cNvSpPr txBox="1"/>
          <p:nvPr/>
        </p:nvSpPr>
        <p:spPr>
          <a:xfrm>
            <a:off x="2789068" y="6299579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72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6541C32-7516-4E3F-8238-C623D308A2C7}"/>
              </a:ext>
            </a:extLst>
          </p:cNvPr>
          <p:cNvSpPr txBox="1"/>
          <p:nvPr/>
        </p:nvSpPr>
        <p:spPr>
          <a:xfrm>
            <a:off x="2796477" y="5838404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73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AACCE4D-54AC-4872-8E97-4FFF4EDBB2C4}"/>
              </a:ext>
            </a:extLst>
          </p:cNvPr>
          <p:cNvSpPr txBox="1"/>
          <p:nvPr/>
        </p:nvSpPr>
        <p:spPr>
          <a:xfrm>
            <a:off x="2732272" y="6111519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74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B3A865A-AD0A-49BD-9FC2-B7BF1A693468}"/>
              </a:ext>
            </a:extLst>
          </p:cNvPr>
          <p:cNvSpPr txBox="1"/>
          <p:nvPr/>
        </p:nvSpPr>
        <p:spPr>
          <a:xfrm>
            <a:off x="3103114" y="6484245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75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1B9383E-5789-40CA-A569-E272568D93E2}"/>
              </a:ext>
            </a:extLst>
          </p:cNvPr>
          <p:cNvSpPr txBox="1"/>
          <p:nvPr/>
        </p:nvSpPr>
        <p:spPr>
          <a:xfrm>
            <a:off x="3581711" y="6500468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76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3F6FB80-BD4B-4D5F-9A62-53C834C7510F}"/>
              </a:ext>
            </a:extLst>
          </p:cNvPr>
          <p:cNvCxnSpPr>
            <a:cxnSpLocks/>
          </p:cNvCxnSpPr>
          <p:nvPr/>
        </p:nvCxnSpPr>
        <p:spPr>
          <a:xfrm flipH="1" flipV="1">
            <a:off x="2962011" y="5599601"/>
            <a:ext cx="1059650" cy="260547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8E1EAF43-D1A0-49E4-886A-08CC1AF592C0}"/>
              </a:ext>
            </a:extLst>
          </p:cNvPr>
          <p:cNvSpPr txBox="1"/>
          <p:nvPr/>
        </p:nvSpPr>
        <p:spPr>
          <a:xfrm>
            <a:off x="3184953" y="5993651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77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27DB863-B3CB-486A-BB5C-F1A22E7021D1}"/>
              </a:ext>
            </a:extLst>
          </p:cNvPr>
          <p:cNvSpPr txBox="1"/>
          <p:nvPr/>
        </p:nvSpPr>
        <p:spPr>
          <a:xfrm>
            <a:off x="3288677" y="6334863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BD5EC96-3FD8-4AE6-A6D5-DBDFE5B84C19}"/>
              </a:ext>
            </a:extLst>
          </p:cNvPr>
          <p:cNvSpPr txBox="1"/>
          <p:nvPr/>
        </p:nvSpPr>
        <p:spPr>
          <a:xfrm>
            <a:off x="3075486" y="5673814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79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C94EE70-943E-455D-9DB2-6ABEB56356F0}"/>
              </a:ext>
            </a:extLst>
          </p:cNvPr>
          <p:cNvSpPr txBox="1"/>
          <p:nvPr/>
        </p:nvSpPr>
        <p:spPr>
          <a:xfrm>
            <a:off x="3639744" y="6103395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82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D43B03B-D7A7-4282-AD49-D63A0B59768D}"/>
              </a:ext>
            </a:extLst>
          </p:cNvPr>
          <p:cNvSpPr txBox="1"/>
          <p:nvPr/>
        </p:nvSpPr>
        <p:spPr>
          <a:xfrm>
            <a:off x="4046265" y="5985148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84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99BB89B-897A-483D-9EBF-991D2808B9F6}"/>
              </a:ext>
            </a:extLst>
          </p:cNvPr>
          <p:cNvSpPr txBox="1"/>
          <p:nvPr/>
        </p:nvSpPr>
        <p:spPr>
          <a:xfrm>
            <a:off x="4077393" y="6144832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85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B24EF35-F549-4546-B69E-42BEC181D7E5}"/>
              </a:ext>
            </a:extLst>
          </p:cNvPr>
          <p:cNvSpPr txBox="1"/>
          <p:nvPr/>
        </p:nvSpPr>
        <p:spPr>
          <a:xfrm>
            <a:off x="3360508" y="6142773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86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5571DF4-3AAA-4A4E-AB23-1D176A627B4A}"/>
              </a:ext>
            </a:extLst>
          </p:cNvPr>
          <p:cNvCxnSpPr/>
          <p:nvPr/>
        </p:nvCxnSpPr>
        <p:spPr>
          <a:xfrm flipH="1" flipV="1">
            <a:off x="2895679" y="5551556"/>
            <a:ext cx="1110586" cy="200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E4794C0C-4EC3-47E9-A069-9F539E72EC93}"/>
              </a:ext>
            </a:extLst>
          </p:cNvPr>
          <p:cNvSpPr txBox="1"/>
          <p:nvPr/>
        </p:nvSpPr>
        <p:spPr>
          <a:xfrm>
            <a:off x="3592746" y="5656732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80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926C02C-798C-459B-9CB6-6E84F0F8D09A}"/>
              </a:ext>
            </a:extLst>
          </p:cNvPr>
          <p:cNvSpPr txBox="1"/>
          <p:nvPr/>
        </p:nvSpPr>
        <p:spPr>
          <a:xfrm>
            <a:off x="3630229" y="5924429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81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1A9DD2E-D1D3-4360-B8BF-DAB783F72A6B}"/>
              </a:ext>
            </a:extLst>
          </p:cNvPr>
          <p:cNvSpPr txBox="1"/>
          <p:nvPr/>
        </p:nvSpPr>
        <p:spPr>
          <a:xfrm>
            <a:off x="3346836" y="5691193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83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BE67A75-990F-43DD-B6AF-14E8E6F28864}"/>
              </a:ext>
            </a:extLst>
          </p:cNvPr>
          <p:cNvSpPr txBox="1"/>
          <p:nvPr/>
        </p:nvSpPr>
        <p:spPr>
          <a:xfrm>
            <a:off x="1526928" y="5316220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599AACE-F0C8-49DD-801A-452D794FCC88}"/>
              </a:ext>
            </a:extLst>
          </p:cNvPr>
          <p:cNvSpPr txBox="1"/>
          <p:nvPr/>
        </p:nvSpPr>
        <p:spPr>
          <a:xfrm>
            <a:off x="7127039" y="4504034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35D342E-F3CE-48A1-8D4D-C0022825BD01}"/>
              </a:ext>
            </a:extLst>
          </p:cNvPr>
          <p:cNvSpPr txBox="1"/>
          <p:nvPr/>
        </p:nvSpPr>
        <p:spPr>
          <a:xfrm>
            <a:off x="4501947" y="5192759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3</a:t>
            </a:r>
          </a:p>
        </p:txBody>
      </p:sp>
    </p:spTree>
    <p:extLst>
      <p:ext uri="{BB962C8B-B14F-4D97-AF65-F5344CB8AC3E}">
        <p14:creationId xmlns:p14="http://schemas.microsoft.com/office/powerpoint/2010/main" val="1811762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9113" y="81235"/>
            <a:ext cx="4967952" cy="615178"/>
          </a:xfrm>
        </p:spPr>
        <p:txBody>
          <a:bodyPr>
            <a:normAutofit fontScale="90000"/>
          </a:bodyPr>
          <a:lstStyle/>
          <a:p>
            <a:r>
              <a:rPr lang="en-NZ" dirty="0"/>
              <a:t>Level 4 06-03-19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012" y="1605003"/>
            <a:ext cx="8631730" cy="4792581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2264509" y="2332676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9" name="Straight Arrow Connector 8"/>
          <p:cNvCxnSpPr>
            <a:stCxn id="7" idx="2"/>
          </p:cNvCxnSpPr>
          <p:nvPr/>
        </p:nvCxnSpPr>
        <p:spPr>
          <a:xfrm flipH="1">
            <a:off x="2018270" y="2417532"/>
            <a:ext cx="246239" cy="1841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746422" y="1990806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2940908" y="2100649"/>
            <a:ext cx="5923006" cy="1087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355125" y="5360082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Oval 13"/>
          <p:cNvSpPr/>
          <p:nvPr/>
        </p:nvSpPr>
        <p:spPr>
          <a:xfrm>
            <a:off x="2919417" y="5367146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5" name="Straight Arrow Connector 14"/>
          <p:cNvCxnSpPr>
            <a:stCxn id="14" idx="0"/>
          </p:cNvCxnSpPr>
          <p:nvPr/>
        </p:nvCxnSpPr>
        <p:spPr>
          <a:xfrm flipH="1" flipV="1">
            <a:off x="2062101" y="4258962"/>
            <a:ext cx="943814" cy="1108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 flipV="1">
            <a:off x="2018270" y="4255430"/>
            <a:ext cx="471907" cy="1234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108357" y="215609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7339914" y="2257168"/>
            <a:ext cx="1545491" cy="930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193957" y="4652096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4" name="Oval 23"/>
          <p:cNvSpPr/>
          <p:nvPr/>
        </p:nvSpPr>
        <p:spPr>
          <a:xfrm>
            <a:off x="8112659" y="5360082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26" name="Straight Arrow Connector 25"/>
          <p:cNvCxnSpPr>
            <a:stCxn id="23" idx="0"/>
          </p:cNvCxnSpPr>
          <p:nvPr/>
        </p:nvCxnSpPr>
        <p:spPr>
          <a:xfrm flipV="1">
            <a:off x="7280455" y="3188043"/>
            <a:ext cx="1583459" cy="1464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8158682" y="3218450"/>
            <a:ext cx="705232" cy="2250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7562109-4ACD-4B07-BB27-1B57BB7342B5}"/>
              </a:ext>
            </a:extLst>
          </p:cNvPr>
          <p:cNvSpPr txBox="1"/>
          <p:nvPr/>
        </p:nvSpPr>
        <p:spPr>
          <a:xfrm>
            <a:off x="2363334" y="2248672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90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2FD256-839C-4FFD-A3CC-2AE2B0EA8C5F}"/>
              </a:ext>
            </a:extLst>
          </p:cNvPr>
          <p:cNvSpPr txBox="1"/>
          <p:nvPr/>
        </p:nvSpPr>
        <p:spPr>
          <a:xfrm>
            <a:off x="2620642" y="1594617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91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29129E-941C-43D6-BBF4-5DA5C4AA3C31}"/>
              </a:ext>
            </a:extLst>
          </p:cNvPr>
          <p:cNvSpPr txBox="1"/>
          <p:nvPr/>
        </p:nvSpPr>
        <p:spPr>
          <a:xfrm>
            <a:off x="2926158" y="5120485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92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1926A7-ABF6-432C-9743-2405C361B179}"/>
              </a:ext>
            </a:extLst>
          </p:cNvPr>
          <p:cNvSpPr txBox="1"/>
          <p:nvPr/>
        </p:nvSpPr>
        <p:spPr>
          <a:xfrm>
            <a:off x="2285957" y="5046130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93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FA39D3-428B-45FF-8C9B-CBB32BB63783}"/>
              </a:ext>
            </a:extLst>
          </p:cNvPr>
          <p:cNvSpPr txBox="1"/>
          <p:nvPr/>
        </p:nvSpPr>
        <p:spPr>
          <a:xfrm>
            <a:off x="6981680" y="2317722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94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E23B7D2-72AC-4FB8-87A2-1019A0DDF2A6}"/>
              </a:ext>
            </a:extLst>
          </p:cNvPr>
          <p:cNvSpPr/>
          <p:nvPr/>
        </p:nvSpPr>
        <p:spPr>
          <a:xfrm>
            <a:off x="5588343" y="196394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B7EF8AD-1FB8-4B24-8D11-B08F8B3C3C83}"/>
              </a:ext>
            </a:extLst>
          </p:cNvPr>
          <p:cNvCxnSpPr>
            <a:cxnSpLocks/>
          </p:cNvCxnSpPr>
          <p:nvPr/>
        </p:nvCxnSpPr>
        <p:spPr>
          <a:xfrm>
            <a:off x="5685721" y="2048805"/>
            <a:ext cx="3196728" cy="1248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C2832CC-3D49-4972-963B-BA92222BE08F}"/>
              </a:ext>
            </a:extLst>
          </p:cNvPr>
          <p:cNvSpPr txBox="1"/>
          <p:nvPr/>
        </p:nvSpPr>
        <p:spPr>
          <a:xfrm>
            <a:off x="5451953" y="2119769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95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F83CED-DB42-44F3-B021-D1CFB1978B4A}"/>
              </a:ext>
            </a:extLst>
          </p:cNvPr>
          <p:cNvSpPr txBox="1"/>
          <p:nvPr/>
        </p:nvSpPr>
        <p:spPr>
          <a:xfrm>
            <a:off x="8032902" y="5069225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95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CDEAA2-5A18-4E98-9082-3D76E7E35FBB}"/>
              </a:ext>
            </a:extLst>
          </p:cNvPr>
          <p:cNvSpPr txBox="1"/>
          <p:nvPr/>
        </p:nvSpPr>
        <p:spPr>
          <a:xfrm>
            <a:off x="7131203" y="4370948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96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F3473E2-C496-4CCE-8421-B33B1BC0B0B3}"/>
              </a:ext>
            </a:extLst>
          </p:cNvPr>
          <p:cNvSpPr/>
          <p:nvPr/>
        </p:nvSpPr>
        <p:spPr>
          <a:xfrm>
            <a:off x="5825178" y="5378310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E2C697-D717-454B-B2E8-4E57A3A82B82}"/>
              </a:ext>
            </a:extLst>
          </p:cNvPr>
          <p:cNvSpPr txBox="1"/>
          <p:nvPr/>
        </p:nvSpPr>
        <p:spPr>
          <a:xfrm>
            <a:off x="5685721" y="5114891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97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7584411-F9B6-4A2E-A17B-A76983F131F8}"/>
              </a:ext>
            </a:extLst>
          </p:cNvPr>
          <p:cNvCxnSpPr>
            <a:cxnSpLocks/>
          </p:cNvCxnSpPr>
          <p:nvPr/>
        </p:nvCxnSpPr>
        <p:spPr>
          <a:xfrm flipH="1" flipV="1">
            <a:off x="2058386" y="4261373"/>
            <a:ext cx="3843159" cy="1189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03F6777-FCED-491B-81C1-E354B0E4F8A5}"/>
              </a:ext>
            </a:extLst>
          </p:cNvPr>
          <p:cNvSpPr txBox="1"/>
          <p:nvPr/>
        </p:nvSpPr>
        <p:spPr>
          <a:xfrm>
            <a:off x="1209732" y="4370948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3FD9DF-4148-43F3-83CF-AD80FE67B934}"/>
              </a:ext>
            </a:extLst>
          </p:cNvPr>
          <p:cNvSpPr txBox="1"/>
          <p:nvPr/>
        </p:nvSpPr>
        <p:spPr>
          <a:xfrm>
            <a:off x="8890861" y="2849129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1</a:t>
            </a:r>
          </a:p>
        </p:txBody>
      </p:sp>
    </p:spTree>
    <p:extLst>
      <p:ext uri="{BB962C8B-B14F-4D97-AF65-F5344CB8AC3E}">
        <p14:creationId xmlns:p14="http://schemas.microsoft.com/office/powerpoint/2010/main" val="1786878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8822" y="-10276"/>
            <a:ext cx="5182709" cy="549275"/>
          </a:xfrm>
        </p:spPr>
        <p:txBody>
          <a:bodyPr>
            <a:normAutofit fontScale="90000"/>
          </a:bodyPr>
          <a:lstStyle/>
          <a:p>
            <a:r>
              <a:rPr lang="en-NZ" dirty="0"/>
              <a:t>Level 5 06-03-19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5677" y="2124234"/>
            <a:ext cx="8699155" cy="4355678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996779" y="2460362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Oval 6"/>
          <p:cNvSpPr/>
          <p:nvPr/>
        </p:nvSpPr>
        <p:spPr>
          <a:xfrm>
            <a:off x="2622854" y="2460362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Oval 7"/>
          <p:cNvSpPr/>
          <p:nvPr/>
        </p:nvSpPr>
        <p:spPr>
          <a:xfrm>
            <a:off x="3248929" y="2460362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0" name="Straight Arrow Connector 9"/>
          <p:cNvCxnSpPr>
            <a:stCxn id="8" idx="3"/>
          </p:cNvCxnSpPr>
          <p:nvPr/>
        </p:nvCxnSpPr>
        <p:spPr>
          <a:xfrm flipH="1">
            <a:off x="1996779" y="2605220"/>
            <a:ext cx="1277485" cy="2139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1996779" y="2545218"/>
            <a:ext cx="725240" cy="2199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1996779" y="2575218"/>
            <a:ext cx="86498" cy="2169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795849" y="5949086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" name="Oval 15"/>
          <p:cNvSpPr/>
          <p:nvPr/>
        </p:nvSpPr>
        <p:spPr>
          <a:xfrm>
            <a:off x="2635521" y="512287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" name="Oval 16"/>
          <p:cNvSpPr/>
          <p:nvPr/>
        </p:nvSpPr>
        <p:spPr>
          <a:xfrm>
            <a:off x="3248928" y="596049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8" name="Oval 17"/>
          <p:cNvSpPr/>
          <p:nvPr/>
        </p:nvSpPr>
        <p:spPr>
          <a:xfrm>
            <a:off x="4711146" y="5949086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9" name="Oval 18"/>
          <p:cNvSpPr/>
          <p:nvPr/>
        </p:nvSpPr>
        <p:spPr>
          <a:xfrm>
            <a:off x="4949144" y="596049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0" name="Oval 19"/>
          <p:cNvSpPr/>
          <p:nvPr/>
        </p:nvSpPr>
        <p:spPr>
          <a:xfrm>
            <a:off x="1982810" y="596049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22" name="Straight Arrow Connector 21"/>
          <p:cNvCxnSpPr>
            <a:stCxn id="19" idx="0"/>
          </p:cNvCxnSpPr>
          <p:nvPr/>
        </p:nvCxnSpPr>
        <p:spPr>
          <a:xfrm flipV="1">
            <a:off x="5035642" y="3772930"/>
            <a:ext cx="4001266" cy="2187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8" idx="2"/>
          </p:cNvCxnSpPr>
          <p:nvPr/>
        </p:nvCxnSpPr>
        <p:spPr>
          <a:xfrm flipH="1" flipV="1">
            <a:off x="1959705" y="4744995"/>
            <a:ext cx="2751441" cy="12889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 flipV="1">
            <a:off x="1996779" y="4744995"/>
            <a:ext cx="1262897" cy="1204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 flipV="1">
            <a:off x="2040028" y="4756401"/>
            <a:ext cx="826198" cy="1261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 flipV="1">
            <a:off x="1996779" y="4799851"/>
            <a:ext cx="36979" cy="1191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6" idx="2"/>
          </p:cNvCxnSpPr>
          <p:nvPr/>
        </p:nvCxnSpPr>
        <p:spPr>
          <a:xfrm flipH="1" flipV="1">
            <a:off x="1996779" y="4799851"/>
            <a:ext cx="638742" cy="4078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437868" y="2863726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35" name="Straight Arrow Connector 34"/>
          <p:cNvCxnSpPr>
            <a:stCxn id="33" idx="5"/>
          </p:cNvCxnSpPr>
          <p:nvPr/>
        </p:nvCxnSpPr>
        <p:spPr>
          <a:xfrm>
            <a:off x="8585528" y="3008584"/>
            <a:ext cx="451380" cy="764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7417545" y="414718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7" name="Oval 36"/>
          <p:cNvSpPr/>
          <p:nvPr/>
        </p:nvSpPr>
        <p:spPr>
          <a:xfrm>
            <a:off x="7417545" y="399047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39" name="Straight Arrow Connector 38"/>
          <p:cNvCxnSpPr>
            <a:cxnSpLocks/>
            <a:stCxn id="37" idx="6"/>
          </p:cNvCxnSpPr>
          <p:nvPr/>
        </p:nvCxnSpPr>
        <p:spPr>
          <a:xfrm flipV="1">
            <a:off x="7590540" y="3853065"/>
            <a:ext cx="1231517" cy="222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cxnSpLocks/>
            <a:stCxn id="36" idx="5"/>
          </p:cNvCxnSpPr>
          <p:nvPr/>
        </p:nvCxnSpPr>
        <p:spPr>
          <a:xfrm flipV="1">
            <a:off x="7565205" y="3889287"/>
            <a:ext cx="1432354" cy="402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8591972" y="597201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6" name="Oval 45"/>
          <p:cNvSpPr/>
          <p:nvPr/>
        </p:nvSpPr>
        <p:spPr>
          <a:xfrm>
            <a:off x="7991817" y="595041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7" name="Oval 46"/>
          <p:cNvSpPr/>
          <p:nvPr/>
        </p:nvSpPr>
        <p:spPr>
          <a:xfrm>
            <a:off x="7818822" y="5979592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8" name="Oval 47"/>
          <p:cNvSpPr/>
          <p:nvPr/>
        </p:nvSpPr>
        <p:spPr>
          <a:xfrm>
            <a:off x="7481038" y="526218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9" name="Oval 48"/>
          <p:cNvSpPr/>
          <p:nvPr/>
        </p:nvSpPr>
        <p:spPr>
          <a:xfrm>
            <a:off x="7455703" y="4594267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0" name="Oval 49"/>
          <p:cNvSpPr/>
          <p:nvPr/>
        </p:nvSpPr>
        <p:spPr>
          <a:xfrm>
            <a:off x="7242601" y="5276810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52" name="Straight Arrow Connector 51"/>
          <p:cNvCxnSpPr>
            <a:stCxn id="50" idx="0"/>
          </p:cNvCxnSpPr>
          <p:nvPr/>
        </p:nvCxnSpPr>
        <p:spPr>
          <a:xfrm flipV="1">
            <a:off x="7329099" y="3753831"/>
            <a:ext cx="1641906" cy="15229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8911945" y="5932620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54" name="Straight Arrow Connector 53"/>
          <p:cNvCxnSpPr>
            <a:cxnSpLocks/>
          </p:cNvCxnSpPr>
          <p:nvPr/>
        </p:nvCxnSpPr>
        <p:spPr>
          <a:xfrm flipH="1" flipV="1">
            <a:off x="2091578" y="4799851"/>
            <a:ext cx="6907794" cy="1226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45" idx="1"/>
          </p:cNvCxnSpPr>
          <p:nvPr/>
        </p:nvCxnSpPr>
        <p:spPr>
          <a:xfrm flipV="1">
            <a:off x="8617307" y="3753830"/>
            <a:ext cx="409501" cy="2243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7088221" y="597773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3" name="Oval 62"/>
          <p:cNvSpPr/>
          <p:nvPr/>
        </p:nvSpPr>
        <p:spPr>
          <a:xfrm>
            <a:off x="6788766" y="599151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4" name="Oval 63"/>
          <p:cNvSpPr/>
          <p:nvPr/>
        </p:nvSpPr>
        <p:spPr>
          <a:xfrm>
            <a:off x="7335609" y="599151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66" name="Straight Arrow Connector 65"/>
          <p:cNvCxnSpPr>
            <a:stCxn id="49" idx="6"/>
          </p:cNvCxnSpPr>
          <p:nvPr/>
        </p:nvCxnSpPr>
        <p:spPr>
          <a:xfrm flipV="1">
            <a:off x="7628698" y="3772930"/>
            <a:ext cx="1314062" cy="906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V="1">
            <a:off x="7588624" y="3792029"/>
            <a:ext cx="1399718" cy="1551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V="1">
            <a:off x="8068457" y="3772930"/>
            <a:ext cx="967990" cy="22497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 flipV="1">
            <a:off x="7884779" y="3792029"/>
            <a:ext cx="1173808" cy="2226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V="1">
            <a:off x="7344644" y="3803951"/>
            <a:ext cx="1684613" cy="2267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cxnSpLocks/>
          </p:cNvCxnSpPr>
          <p:nvPr/>
        </p:nvCxnSpPr>
        <p:spPr>
          <a:xfrm flipV="1">
            <a:off x="6902521" y="3803951"/>
            <a:ext cx="2149622" cy="2286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 flipV="1">
            <a:off x="7218056" y="3842402"/>
            <a:ext cx="1808752" cy="2205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EABB02B-47A7-4E08-84E4-DF663F5D3CAB}"/>
              </a:ext>
            </a:extLst>
          </p:cNvPr>
          <p:cNvSpPr txBox="1"/>
          <p:nvPr/>
        </p:nvSpPr>
        <p:spPr>
          <a:xfrm>
            <a:off x="3144072" y="2564495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98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768A8DF-8894-4916-9FBD-8029BD219958}"/>
              </a:ext>
            </a:extLst>
          </p:cNvPr>
          <p:cNvSpPr txBox="1"/>
          <p:nvPr/>
        </p:nvSpPr>
        <p:spPr>
          <a:xfrm>
            <a:off x="2007928" y="2558752"/>
            <a:ext cx="424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99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A7A2647-4A45-4659-9666-7230F75ADDEC}"/>
              </a:ext>
            </a:extLst>
          </p:cNvPr>
          <p:cNvSpPr txBox="1"/>
          <p:nvPr/>
        </p:nvSpPr>
        <p:spPr>
          <a:xfrm>
            <a:off x="2604927" y="2545217"/>
            <a:ext cx="582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100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357D9C7-84F6-4B4B-A65E-22256D2D01BF}"/>
              </a:ext>
            </a:extLst>
          </p:cNvPr>
          <p:cNvSpPr txBox="1"/>
          <p:nvPr/>
        </p:nvSpPr>
        <p:spPr>
          <a:xfrm>
            <a:off x="2574806" y="5247231"/>
            <a:ext cx="582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101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FCC57CF-EA4D-4784-9FE6-58B570768775}"/>
              </a:ext>
            </a:extLst>
          </p:cNvPr>
          <p:cNvSpPr txBox="1"/>
          <p:nvPr/>
        </p:nvSpPr>
        <p:spPr>
          <a:xfrm>
            <a:off x="1908549" y="5664610"/>
            <a:ext cx="582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102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7AC27A5-2870-4695-9CCA-397F3C0FA984}"/>
              </a:ext>
            </a:extLst>
          </p:cNvPr>
          <p:cNvSpPr txBox="1"/>
          <p:nvPr/>
        </p:nvSpPr>
        <p:spPr>
          <a:xfrm>
            <a:off x="2559375" y="5641933"/>
            <a:ext cx="582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103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F1B564F-7D15-4CCD-A56E-92A85DA2DC8E}"/>
              </a:ext>
            </a:extLst>
          </p:cNvPr>
          <p:cNvSpPr txBox="1"/>
          <p:nvPr/>
        </p:nvSpPr>
        <p:spPr>
          <a:xfrm>
            <a:off x="3064929" y="5687805"/>
            <a:ext cx="582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104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58E3C98-F336-4C0F-A368-7DAC3A7257C7}"/>
              </a:ext>
            </a:extLst>
          </p:cNvPr>
          <p:cNvSpPr txBox="1"/>
          <p:nvPr/>
        </p:nvSpPr>
        <p:spPr>
          <a:xfrm>
            <a:off x="4435271" y="5629237"/>
            <a:ext cx="582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105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77823CA-B566-4A40-9937-94B1879098F9}"/>
              </a:ext>
            </a:extLst>
          </p:cNvPr>
          <p:cNvSpPr txBox="1"/>
          <p:nvPr/>
        </p:nvSpPr>
        <p:spPr>
          <a:xfrm>
            <a:off x="4852365" y="5695055"/>
            <a:ext cx="582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106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71ED857-6C73-43BC-8F17-C380161ECEFF}"/>
              </a:ext>
            </a:extLst>
          </p:cNvPr>
          <p:cNvSpPr txBox="1"/>
          <p:nvPr/>
        </p:nvSpPr>
        <p:spPr>
          <a:xfrm>
            <a:off x="8239218" y="2599383"/>
            <a:ext cx="582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107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772CFDA-5F9D-487C-9FF6-80476496B98C}"/>
              </a:ext>
            </a:extLst>
          </p:cNvPr>
          <p:cNvSpPr txBox="1"/>
          <p:nvPr/>
        </p:nvSpPr>
        <p:spPr>
          <a:xfrm>
            <a:off x="6985287" y="3880501"/>
            <a:ext cx="582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108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30079C7-4903-49B9-8580-B025259DCA25}"/>
              </a:ext>
            </a:extLst>
          </p:cNvPr>
          <p:cNvSpPr txBox="1"/>
          <p:nvPr/>
        </p:nvSpPr>
        <p:spPr>
          <a:xfrm>
            <a:off x="6981137" y="4069756"/>
            <a:ext cx="582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109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D64C86C-2DFB-4E64-AABA-03A4393F4904}"/>
              </a:ext>
            </a:extLst>
          </p:cNvPr>
          <p:cNvSpPr txBox="1"/>
          <p:nvPr/>
        </p:nvSpPr>
        <p:spPr>
          <a:xfrm>
            <a:off x="7262000" y="5687911"/>
            <a:ext cx="582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7AC5CA7-8341-467D-909C-A5DFE5FFEECE}"/>
              </a:ext>
            </a:extLst>
          </p:cNvPr>
          <p:cNvSpPr txBox="1"/>
          <p:nvPr/>
        </p:nvSpPr>
        <p:spPr>
          <a:xfrm>
            <a:off x="8666399" y="5695727"/>
            <a:ext cx="582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111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2BB205B-8B8E-498A-9E7F-CE501A1602DE}"/>
              </a:ext>
            </a:extLst>
          </p:cNvPr>
          <p:cNvSpPr txBox="1"/>
          <p:nvPr/>
        </p:nvSpPr>
        <p:spPr>
          <a:xfrm>
            <a:off x="7362613" y="4999893"/>
            <a:ext cx="582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112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0A446CC-F230-453A-BDBC-19B94AAC1387}"/>
              </a:ext>
            </a:extLst>
          </p:cNvPr>
          <p:cNvSpPr txBox="1"/>
          <p:nvPr/>
        </p:nvSpPr>
        <p:spPr>
          <a:xfrm>
            <a:off x="7918550" y="5684442"/>
            <a:ext cx="582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113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BEA05BF-6B33-442A-B968-D7C1CCE691AF}"/>
              </a:ext>
            </a:extLst>
          </p:cNvPr>
          <p:cNvSpPr txBox="1"/>
          <p:nvPr/>
        </p:nvSpPr>
        <p:spPr>
          <a:xfrm>
            <a:off x="7698543" y="6171086"/>
            <a:ext cx="582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114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394CF37-D234-4B83-B769-77FB7BB1C9B7}"/>
              </a:ext>
            </a:extLst>
          </p:cNvPr>
          <p:cNvSpPr txBox="1"/>
          <p:nvPr/>
        </p:nvSpPr>
        <p:spPr>
          <a:xfrm>
            <a:off x="8429923" y="6140833"/>
            <a:ext cx="582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115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648B532-70A2-4808-A158-5CF8593F7B44}"/>
              </a:ext>
            </a:extLst>
          </p:cNvPr>
          <p:cNvSpPr txBox="1"/>
          <p:nvPr/>
        </p:nvSpPr>
        <p:spPr>
          <a:xfrm>
            <a:off x="6903750" y="5740013"/>
            <a:ext cx="582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116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8E8422C-D8DA-47C2-98FC-16B9D2FDD25E}"/>
              </a:ext>
            </a:extLst>
          </p:cNvPr>
          <p:cNvSpPr txBox="1"/>
          <p:nvPr/>
        </p:nvSpPr>
        <p:spPr>
          <a:xfrm>
            <a:off x="6491116" y="5731130"/>
            <a:ext cx="582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117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2F476EBB-8C23-42B3-8D12-685BC9036BAD}"/>
              </a:ext>
            </a:extLst>
          </p:cNvPr>
          <p:cNvSpPr/>
          <p:nvPr/>
        </p:nvSpPr>
        <p:spPr>
          <a:xfrm>
            <a:off x="6112418" y="595220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F9076A45-8E02-4836-BEF7-61931D3C0FBA}"/>
              </a:ext>
            </a:extLst>
          </p:cNvPr>
          <p:cNvSpPr/>
          <p:nvPr/>
        </p:nvSpPr>
        <p:spPr>
          <a:xfrm>
            <a:off x="5808695" y="5960360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A3D025A-F0DC-4702-B31D-B1B42A2DAD16}"/>
              </a:ext>
            </a:extLst>
          </p:cNvPr>
          <p:cNvSpPr txBox="1"/>
          <p:nvPr/>
        </p:nvSpPr>
        <p:spPr>
          <a:xfrm>
            <a:off x="5918892" y="5692557"/>
            <a:ext cx="582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118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654BBF6-857E-41F8-8AFC-93AFD199E737}"/>
              </a:ext>
            </a:extLst>
          </p:cNvPr>
          <p:cNvSpPr txBox="1"/>
          <p:nvPr/>
        </p:nvSpPr>
        <p:spPr>
          <a:xfrm>
            <a:off x="5528964" y="5690167"/>
            <a:ext cx="582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119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417018F0-E704-4EB5-94BC-1631186D5241}"/>
              </a:ext>
            </a:extLst>
          </p:cNvPr>
          <p:cNvCxnSpPr>
            <a:cxnSpLocks/>
          </p:cNvCxnSpPr>
          <p:nvPr/>
        </p:nvCxnSpPr>
        <p:spPr>
          <a:xfrm flipV="1">
            <a:off x="5871281" y="3888819"/>
            <a:ext cx="3071479" cy="2090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69E4E67B-1C53-47C2-8B35-31D8FA55E24C}"/>
              </a:ext>
            </a:extLst>
          </p:cNvPr>
          <p:cNvCxnSpPr>
            <a:cxnSpLocks/>
          </p:cNvCxnSpPr>
          <p:nvPr/>
        </p:nvCxnSpPr>
        <p:spPr>
          <a:xfrm flipV="1">
            <a:off x="6193705" y="3889287"/>
            <a:ext cx="2879783" cy="2145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B228F609-EE41-4CC6-AB68-B18047744555}"/>
              </a:ext>
            </a:extLst>
          </p:cNvPr>
          <p:cNvSpPr txBox="1"/>
          <p:nvPr/>
        </p:nvSpPr>
        <p:spPr>
          <a:xfrm>
            <a:off x="1176821" y="4913195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D3C331B-9C33-4F7C-80AE-7993E7ED8FBC}"/>
              </a:ext>
            </a:extLst>
          </p:cNvPr>
          <p:cNvSpPr txBox="1"/>
          <p:nvPr/>
        </p:nvSpPr>
        <p:spPr>
          <a:xfrm>
            <a:off x="9073488" y="3335055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1</a:t>
            </a:r>
          </a:p>
        </p:txBody>
      </p:sp>
    </p:spTree>
    <p:extLst>
      <p:ext uri="{BB962C8B-B14F-4D97-AF65-F5344CB8AC3E}">
        <p14:creationId xmlns:p14="http://schemas.microsoft.com/office/powerpoint/2010/main" val="3550236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BDDBD-6A61-42AF-BE74-1F351AC12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00" y="241093"/>
            <a:ext cx="4114800" cy="1325563"/>
          </a:xfrm>
        </p:spPr>
        <p:txBody>
          <a:bodyPr/>
          <a:lstStyle/>
          <a:p>
            <a:r>
              <a:rPr lang="en-NZ" dirty="0"/>
              <a:t>Level 1 11-09-19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82D86E-EBA0-43A5-A7F8-7B87AA2AA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890" y="20709"/>
            <a:ext cx="5849477" cy="65836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E49005-6DEF-4715-8862-9163E09E81B7}"/>
              </a:ext>
            </a:extLst>
          </p:cNvPr>
          <p:cNvSpPr txBox="1"/>
          <p:nvPr/>
        </p:nvSpPr>
        <p:spPr>
          <a:xfrm>
            <a:off x="6593214" y="3976424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8A0C3C-0B44-48D3-8795-B146CE77DBE1}"/>
              </a:ext>
            </a:extLst>
          </p:cNvPr>
          <p:cNvSpPr txBox="1"/>
          <p:nvPr/>
        </p:nvSpPr>
        <p:spPr>
          <a:xfrm>
            <a:off x="999980" y="1566656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5DCC22-BA90-4D1C-81FF-0C584DF15EC4}"/>
              </a:ext>
            </a:extLst>
          </p:cNvPr>
          <p:cNvSpPr txBox="1"/>
          <p:nvPr/>
        </p:nvSpPr>
        <p:spPr>
          <a:xfrm>
            <a:off x="5661141" y="6369868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2549AC-F727-4005-AC95-65EC543F7442}"/>
              </a:ext>
            </a:extLst>
          </p:cNvPr>
          <p:cNvSpPr txBox="1"/>
          <p:nvPr/>
        </p:nvSpPr>
        <p:spPr>
          <a:xfrm>
            <a:off x="1326283" y="6469463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7356C5-179D-4886-8C16-26CCEB7AD88C}"/>
              </a:ext>
            </a:extLst>
          </p:cNvPr>
          <p:cNvSpPr txBox="1"/>
          <p:nvPr/>
        </p:nvSpPr>
        <p:spPr>
          <a:xfrm>
            <a:off x="281281" y="5135621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DF5B8E-3415-45FC-93EE-C1B13FCE72FD}"/>
              </a:ext>
            </a:extLst>
          </p:cNvPr>
          <p:cNvSpPr txBox="1"/>
          <p:nvPr/>
        </p:nvSpPr>
        <p:spPr>
          <a:xfrm>
            <a:off x="3184398" y="4342904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7C79F4A-DFE7-48DF-86B3-002847D46198}"/>
              </a:ext>
            </a:extLst>
          </p:cNvPr>
          <p:cNvSpPr/>
          <p:nvPr/>
        </p:nvSpPr>
        <p:spPr>
          <a:xfrm>
            <a:off x="1784670" y="4033013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8B1DB48-3333-4C0B-BA08-D0275452784D}"/>
              </a:ext>
            </a:extLst>
          </p:cNvPr>
          <p:cNvSpPr/>
          <p:nvPr/>
        </p:nvSpPr>
        <p:spPr>
          <a:xfrm>
            <a:off x="1957665" y="4033013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B8090E1-0CF0-4866-B67C-C16CC50B1AF1}"/>
              </a:ext>
            </a:extLst>
          </p:cNvPr>
          <p:cNvSpPr/>
          <p:nvPr/>
        </p:nvSpPr>
        <p:spPr>
          <a:xfrm>
            <a:off x="1957665" y="3863301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E04A8E9-E224-4DD3-BCB6-CBBB6AAD0E49}"/>
              </a:ext>
            </a:extLst>
          </p:cNvPr>
          <p:cNvSpPr/>
          <p:nvPr/>
        </p:nvSpPr>
        <p:spPr>
          <a:xfrm>
            <a:off x="2243058" y="3312536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039641-FA05-435B-BED2-B21A281655E2}"/>
              </a:ext>
            </a:extLst>
          </p:cNvPr>
          <p:cNvSpPr txBox="1"/>
          <p:nvPr/>
        </p:nvSpPr>
        <p:spPr>
          <a:xfrm>
            <a:off x="1867063" y="3628869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602442-6938-4666-AEB0-9BF371E920F3}"/>
              </a:ext>
            </a:extLst>
          </p:cNvPr>
          <p:cNvSpPr txBox="1"/>
          <p:nvPr/>
        </p:nvSpPr>
        <p:spPr>
          <a:xfrm>
            <a:off x="2032513" y="3933820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366278-2D67-4080-9C1B-AD85056DF9DB}"/>
              </a:ext>
            </a:extLst>
          </p:cNvPr>
          <p:cNvSpPr txBox="1"/>
          <p:nvPr/>
        </p:nvSpPr>
        <p:spPr>
          <a:xfrm>
            <a:off x="1481633" y="3948157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3C1E41-5FFE-41AF-9CC1-BAC3DA2DB837}"/>
              </a:ext>
            </a:extLst>
          </p:cNvPr>
          <p:cNvSpPr txBox="1"/>
          <p:nvPr/>
        </p:nvSpPr>
        <p:spPr>
          <a:xfrm>
            <a:off x="2130660" y="3341494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23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5A5411F-9A08-4BBA-80E9-43E208E6FC22}"/>
              </a:ext>
            </a:extLst>
          </p:cNvPr>
          <p:cNvCxnSpPr>
            <a:cxnSpLocks/>
          </p:cNvCxnSpPr>
          <p:nvPr/>
        </p:nvCxnSpPr>
        <p:spPr>
          <a:xfrm>
            <a:off x="2416054" y="3408944"/>
            <a:ext cx="768344" cy="1158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459F812-0398-4138-AFA3-BADA0892353A}"/>
              </a:ext>
            </a:extLst>
          </p:cNvPr>
          <p:cNvCxnSpPr>
            <a:cxnSpLocks/>
          </p:cNvCxnSpPr>
          <p:nvPr/>
        </p:nvCxnSpPr>
        <p:spPr>
          <a:xfrm>
            <a:off x="2050657" y="3957348"/>
            <a:ext cx="1099344" cy="568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CF33E6A-8FAD-4EB3-BFD6-F354873F75F8}"/>
              </a:ext>
            </a:extLst>
          </p:cNvPr>
          <p:cNvCxnSpPr>
            <a:cxnSpLocks/>
          </p:cNvCxnSpPr>
          <p:nvPr/>
        </p:nvCxnSpPr>
        <p:spPr>
          <a:xfrm>
            <a:off x="2037972" y="4130250"/>
            <a:ext cx="1111979" cy="379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B6A65AE-1D0F-4F94-9785-CA20919D675C}"/>
              </a:ext>
            </a:extLst>
          </p:cNvPr>
          <p:cNvCxnSpPr>
            <a:cxnSpLocks/>
          </p:cNvCxnSpPr>
          <p:nvPr/>
        </p:nvCxnSpPr>
        <p:spPr>
          <a:xfrm>
            <a:off x="1897613" y="4153238"/>
            <a:ext cx="1252338" cy="386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8E25255-2002-4BF2-965D-A297037F83DD}"/>
              </a:ext>
            </a:extLst>
          </p:cNvPr>
          <p:cNvCxnSpPr>
            <a:cxnSpLocks/>
          </p:cNvCxnSpPr>
          <p:nvPr/>
        </p:nvCxnSpPr>
        <p:spPr>
          <a:xfrm flipH="1">
            <a:off x="1704432" y="4474180"/>
            <a:ext cx="1376022" cy="1895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957F607-0929-4BA5-9240-338DF91DC1A5}"/>
              </a:ext>
            </a:extLst>
          </p:cNvPr>
          <p:cNvCxnSpPr>
            <a:cxnSpLocks/>
          </p:cNvCxnSpPr>
          <p:nvPr/>
        </p:nvCxnSpPr>
        <p:spPr>
          <a:xfrm flipH="1">
            <a:off x="1784670" y="4514070"/>
            <a:ext cx="1308469" cy="1746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1B3214F-46AF-4A5D-9953-D283EB67243C}"/>
              </a:ext>
            </a:extLst>
          </p:cNvPr>
          <p:cNvCxnSpPr>
            <a:cxnSpLocks/>
          </p:cNvCxnSpPr>
          <p:nvPr/>
        </p:nvCxnSpPr>
        <p:spPr>
          <a:xfrm flipH="1">
            <a:off x="1647620" y="4565398"/>
            <a:ext cx="1470458" cy="1669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580C258-6058-4D34-9A7A-357F2C5B76B5}"/>
              </a:ext>
            </a:extLst>
          </p:cNvPr>
          <p:cNvCxnSpPr>
            <a:cxnSpLocks/>
          </p:cNvCxnSpPr>
          <p:nvPr/>
        </p:nvCxnSpPr>
        <p:spPr>
          <a:xfrm flipH="1">
            <a:off x="1634935" y="4540406"/>
            <a:ext cx="1429849" cy="1694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468EF253-029A-481C-93A6-AC457DBA84A4}"/>
              </a:ext>
            </a:extLst>
          </p:cNvPr>
          <p:cNvSpPr/>
          <p:nvPr/>
        </p:nvSpPr>
        <p:spPr>
          <a:xfrm>
            <a:off x="1153288" y="293455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7EEF611-1ED6-4C77-B31D-5A122294DB19}"/>
              </a:ext>
            </a:extLst>
          </p:cNvPr>
          <p:cNvSpPr/>
          <p:nvPr/>
        </p:nvSpPr>
        <p:spPr>
          <a:xfrm>
            <a:off x="1916755" y="241093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FE71C0A-C0E5-471C-9BC1-F9303CA9D6D4}"/>
              </a:ext>
            </a:extLst>
          </p:cNvPr>
          <p:cNvSpPr/>
          <p:nvPr/>
        </p:nvSpPr>
        <p:spPr>
          <a:xfrm>
            <a:off x="1957664" y="528468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CE3D54C-A504-4CE9-9AA0-DF285BF1A3E7}"/>
              </a:ext>
            </a:extLst>
          </p:cNvPr>
          <p:cNvSpPr/>
          <p:nvPr/>
        </p:nvSpPr>
        <p:spPr>
          <a:xfrm>
            <a:off x="2156560" y="791231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8DE8488-9417-4052-9294-41B4B18844EB}"/>
              </a:ext>
            </a:extLst>
          </p:cNvPr>
          <p:cNvSpPr/>
          <p:nvPr/>
        </p:nvSpPr>
        <p:spPr>
          <a:xfrm>
            <a:off x="1163317" y="1055039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332D29A-C77E-4E27-A3C1-FC2F5CC04E4C}"/>
              </a:ext>
            </a:extLst>
          </p:cNvPr>
          <p:cNvSpPr/>
          <p:nvPr/>
        </p:nvSpPr>
        <p:spPr>
          <a:xfrm>
            <a:off x="1384475" y="1055039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7B544A7-4AC9-4862-AEC5-0F56581C1DFE}"/>
              </a:ext>
            </a:extLst>
          </p:cNvPr>
          <p:cNvSpPr/>
          <p:nvPr/>
        </p:nvSpPr>
        <p:spPr>
          <a:xfrm>
            <a:off x="1153288" y="1834979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9A61636-1585-4882-A98D-7F98CE24D0C3}"/>
              </a:ext>
            </a:extLst>
          </p:cNvPr>
          <p:cNvSpPr/>
          <p:nvPr/>
        </p:nvSpPr>
        <p:spPr>
          <a:xfrm>
            <a:off x="1384474" y="1865871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A5403B2-8587-49B4-8DD0-9D55F4FB7279}"/>
              </a:ext>
            </a:extLst>
          </p:cNvPr>
          <p:cNvCxnSpPr>
            <a:cxnSpLocks/>
            <a:stCxn id="39" idx="6"/>
          </p:cNvCxnSpPr>
          <p:nvPr/>
        </p:nvCxnSpPr>
        <p:spPr>
          <a:xfrm>
            <a:off x="2329555" y="876087"/>
            <a:ext cx="832345" cy="3193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C2EEF99-6AA2-498B-808F-1EEF1B6F1BB3}"/>
              </a:ext>
            </a:extLst>
          </p:cNvPr>
          <p:cNvCxnSpPr>
            <a:cxnSpLocks/>
          </p:cNvCxnSpPr>
          <p:nvPr/>
        </p:nvCxnSpPr>
        <p:spPr>
          <a:xfrm flipH="1">
            <a:off x="1991604" y="4032070"/>
            <a:ext cx="1176352" cy="21271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A12A91D-2E53-4C03-B9F3-2CCF77B65F35}"/>
              </a:ext>
            </a:extLst>
          </p:cNvPr>
          <p:cNvCxnSpPr>
            <a:cxnSpLocks/>
          </p:cNvCxnSpPr>
          <p:nvPr/>
        </p:nvCxnSpPr>
        <p:spPr>
          <a:xfrm>
            <a:off x="1238862" y="373424"/>
            <a:ext cx="1127115" cy="35829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05EA3B7-D5A7-423D-9CA4-43524D5D709B}"/>
              </a:ext>
            </a:extLst>
          </p:cNvPr>
          <p:cNvCxnSpPr>
            <a:cxnSpLocks/>
          </p:cNvCxnSpPr>
          <p:nvPr/>
        </p:nvCxnSpPr>
        <p:spPr>
          <a:xfrm>
            <a:off x="1954484" y="338055"/>
            <a:ext cx="437959" cy="3610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AFDBFFB-9E68-45B9-B8EA-833753F36ECB}"/>
              </a:ext>
            </a:extLst>
          </p:cNvPr>
          <p:cNvCxnSpPr>
            <a:cxnSpLocks/>
          </p:cNvCxnSpPr>
          <p:nvPr/>
        </p:nvCxnSpPr>
        <p:spPr>
          <a:xfrm>
            <a:off x="1509093" y="1068718"/>
            <a:ext cx="859298" cy="2865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8D19DA3-AF4D-4562-B04E-01015D7A8BA3}"/>
              </a:ext>
            </a:extLst>
          </p:cNvPr>
          <p:cNvCxnSpPr>
            <a:cxnSpLocks/>
          </p:cNvCxnSpPr>
          <p:nvPr/>
        </p:nvCxnSpPr>
        <p:spPr>
          <a:xfrm>
            <a:off x="1238774" y="1139011"/>
            <a:ext cx="1130768" cy="2791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7923C1F-E7CB-4586-9887-ED6A39A0923E}"/>
              </a:ext>
            </a:extLst>
          </p:cNvPr>
          <p:cNvCxnSpPr>
            <a:cxnSpLocks/>
          </p:cNvCxnSpPr>
          <p:nvPr/>
        </p:nvCxnSpPr>
        <p:spPr>
          <a:xfrm>
            <a:off x="1472538" y="1945839"/>
            <a:ext cx="898898" cy="19258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73F886B-3048-44EB-8BBC-93DBEF07E4B8}"/>
              </a:ext>
            </a:extLst>
          </p:cNvPr>
          <p:cNvCxnSpPr>
            <a:cxnSpLocks/>
          </p:cNvCxnSpPr>
          <p:nvPr/>
        </p:nvCxnSpPr>
        <p:spPr>
          <a:xfrm>
            <a:off x="1227322" y="1945839"/>
            <a:ext cx="1110908" cy="1972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0831B4E-0A6C-43D0-9D62-887DED460CE1}"/>
              </a:ext>
            </a:extLst>
          </p:cNvPr>
          <p:cNvCxnSpPr>
            <a:cxnSpLocks/>
          </p:cNvCxnSpPr>
          <p:nvPr/>
        </p:nvCxnSpPr>
        <p:spPr>
          <a:xfrm flipH="1">
            <a:off x="1708329" y="3871687"/>
            <a:ext cx="656640" cy="23719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6759804-4A6B-412D-8F78-D65372B05158}"/>
              </a:ext>
            </a:extLst>
          </p:cNvPr>
          <p:cNvCxnSpPr>
            <a:cxnSpLocks/>
          </p:cNvCxnSpPr>
          <p:nvPr/>
        </p:nvCxnSpPr>
        <p:spPr>
          <a:xfrm flipH="1">
            <a:off x="1615010" y="3929666"/>
            <a:ext cx="784708" cy="2229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EAFE0B7-7633-4C52-85FB-5E70D97188FE}"/>
              </a:ext>
            </a:extLst>
          </p:cNvPr>
          <p:cNvCxnSpPr>
            <a:cxnSpLocks/>
          </p:cNvCxnSpPr>
          <p:nvPr/>
        </p:nvCxnSpPr>
        <p:spPr>
          <a:xfrm flipH="1">
            <a:off x="1679493" y="3929666"/>
            <a:ext cx="695296" cy="2220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D4E48366-C123-42D5-94E7-D41F421C59F9}"/>
              </a:ext>
            </a:extLst>
          </p:cNvPr>
          <p:cNvCxnSpPr>
            <a:cxnSpLocks/>
          </p:cNvCxnSpPr>
          <p:nvPr/>
        </p:nvCxnSpPr>
        <p:spPr>
          <a:xfrm flipH="1">
            <a:off x="1623681" y="3953630"/>
            <a:ext cx="695296" cy="2220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1A5A322-D519-4D82-BA5F-79EA5C55CFB2}"/>
              </a:ext>
            </a:extLst>
          </p:cNvPr>
          <p:cNvCxnSpPr>
            <a:cxnSpLocks/>
          </p:cNvCxnSpPr>
          <p:nvPr/>
        </p:nvCxnSpPr>
        <p:spPr>
          <a:xfrm flipH="1">
            <a:off x="1374088" y="3887557"/>
            <a:ext cx="1027595" cy="1353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2650114-1D34-4CFF-90B2-BCE8A3F90138}"/>
              </a:ext>
            </a:extLst>
          </p:cNvPr>
          <p:cNvCxnSpPr>
            <a:cxnSpLocks/>
          </p:cNvCxnSpPr>
          <p:nvPr/>
        </p:nvCxnSpPr>
        <p:spPr>
          <a:xfrm flipH="1">
            <a:off x="1474275" y="3973149"/>
            <a:ext cx="1010964" cy="1278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7A554B7-C14A-48CB-8838-E607A872A131}"/>
              </a:ext>
            </a:extLst>
          </p:cNvPr>
          <p:cNvCxnSpPr>
            <a:cxnSpLocks/>
          </p:cNvCxnSpPr>
          <p:nvPr/>
        </p:nvCxnSpPr>
        <p:spPr>
          <a:xfrm flipH="1">
            <a:off x="1279634" y="3875171"/>
            <a:ext cx="1040470" cy="1298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CC88CE1-C45D-4B8D-853E-65EB97FB00B0}"/>
              </a:ext>
            </a:extLst>
          </p:cNvPr>
          <p:cNvCxnSpPr>
            <a:cxnSpLocks/>
          </p:cNvCxnSpPr>
          <p:nvPr/>
        </p:nvCxnSpPr>
        <p:spPr>
          <a:xfrm flipH="1">
            <a:off x="1320907" y="3911577"/>
            <a:ext cx="1139393" cy="1438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71D2943C-4DDC-45C2-8E74-B66956C358D3}"/>
              </a:ext>
            </a:extLst>
          </p:cNvPr>
          <p:cNvSpPr txBox="1"/>
          <p:nvPr/>
        </p:nvSpPr>
        <p:spPr>
          <a:xfrm>
            <a:off x="1102440" y="63677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02B0C17-C625-4E2B-B803-B6A07ED43F1F}"/>
              </a:ext>
            </a:extLst>
          </p:cNvPr>
          <p:cNvSpPr txBox="1"/>
          <p:nvPr/>
        </p:nvSpPr>
        <p:spPr>
          <a:xfrm>
            <a:off x="1959745" y="40342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E6EEA6F-73A1-4C98-B1CA-A2E2C9D917B1}"/>
              </a:ext>
            </a:extLst>
          </p:cNvPr>
          <p:cNvSpPr txBox="1"/>
          <p:nvPr/>
        </p:nvSpPr>
        <p:spPr>
          <a:xfrm>
            <a:off x="2134938" y="392999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629F6A7-1D84-47B5-98FC-C1D64C97FB58}"/>
              </a:ext>
            </a:extLst>
          </p:cNvPr>
          <p:cNvSpPr txBox="1"/>
          <p:nvPr/>
        </p:nvSpPr>
        <p:spPr>
          <a:xfrm>
            <a:off x="2263691" y="781803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43FC18B-013A-44F6-BCF6-D6ABA805E71B}"/>
              </a:ext>
            </a:extLst>
          </p:cNvPr>
          <p:cNvSpPr txBox="1"/>
          <p:nvPr/>
        </p:nvSpPr>
        <p:spPr>
          <a:xfrm>
            <a:off x="1346176" y="793910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7DD965D-9A13-43C9-8EEE-9BCFCD1A7C1B}"/>
              </a:ext>
            </a:extLst>
          </p:cNvPr>
          <p:cNvSpPr txBox="1"/>
          <p:nvPr/>
        </p:nvSpPr>
        <p:spPr>
          <a:xfrm>
            <a:off x="1028944" y="759119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56D9E36-6489-43A0-87BF-685A3382FC5F}"/>
              </a:ext>
            </a:extLst>
          </p:cNvPr>
          <p:cNvSpPr txBox="1"/>
          <p:nvPr/>
        </p:nvSpPr>
        <p:spPr>
          <a:xfrm>
            <a:off x="1005328" y="1942429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1AE8E7D-0582-48C7-84E7-F126F4FE32FD}"/>
              </a:ext>
            </a:extLst>
          </p:cNvPr>
          <p:cNvSpPr txBox="1"/>
          <p:nvPr/>
        </p:nvSpPr>
        <p:spPr>
          <a:xfrm>
            <a:off x="1345197" y="1978636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36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6A5B07FE-9A32-4EC5-A1F0-986CF7487A24}"/>
              </a:ext>
            </a:extLst>
          </p:cNvPr>
          <p:cNvSpPr/>
          <p:nvPr/>
        </p:nvSpPr>
        <p:spPr>
          <a:xfrm>
            <a:off x="4036274" y="3024516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F1ACD0EC-8DB6-497A-B7F5-AD2EF5DFF9C5}"/>
              </a:ext>
            </a:extLst>
          </p:cNvPr>
          <p:cNvSpPr/>
          <p:nvPr/>
        </p:nvSpPr>
        <p:spPr>
          <a:xfrm>
            <a:off x="3666562" y="2553489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E38BE1A4-6264-4039-8A23-3EF1A98836DA}"/>
              </a:ext>
            </a:extLst>
          </p:cNvPr>
          <p:cNvSpPr/>
          <p:nvPr/>
        </p:nvSpPr>
        <p:spPr>
          <a:xfrm>
            <a:off x="4014675" y="2553489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FA251D96-EE26-4BA7-9BF2-99E65A3CEBA9}"/>
              </a:ext>
            </a:extLst>
          </p:cNvPr>
          <p:cNvSpPr/>
          <p:nvPr/>
        </p:nvSpPr>
        <p:spPr>
          <a:xfrm>
            <a:off x="3849179" y="2344135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BDEB04AE-60B1-466C-8D40-1A7F051927F4}"/>
              </a:ext>
            </a:extLst>
          </p:cNvPr>
          <p:cNvSpPr/>
          <p:nvPr/>
        </p:nvSpPr>
        <p:spPr>
          <a:xfrm>
            <a:off x="4036274" y="2344135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6FEFED37-C4B3-43B4-855A-5977394560CB}"/>
              </a:ext>
            </a:extLst>
          </p:cNvPr>
          <p:cNvSpPr/>
          <p:nvPr/>
        </p:nvSpPr>
        <p:spPr>
          <a:xfrm>
            <a:off x="4046092" y="2015408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286A093F-38CE-46CD-A3AD-38CEE73A7BC4}"/>
              </a:ext>
            </a:extLst>
          </p:cNvPr>
          <p:cNvSpPr/>
          <p:nvPr/>
        </p:nvSpPr>
        <p:spPr>
          <a:xfrm>
            <a:off x="3673933" y="2015408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2CF599C0-7B9B-487A-9313-564EFB228A82}"/>
              </a:ext>
            </a:extLst>
          </p:cNvPr>
          <p:cNvSpPr/>
          <p:nvPr/>
        </p:nvSpPr>
        <p:spPr>
          <a:xfrm>
            <a:off x="3861198" y="2015408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603B276A-ED77-44B2-8C12-7F1FBE66B03F}"/>
              </a:ext>
            </a:extLst>
          </p:cNvPr>
          <p:cNvSpPr/>
          <p:nvPr/>
        </p:nvSpPr>
        <p:spPr>
          <a:xfrm>
            <a:off x="2796434" y="2015408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B7660C93-89A0-4281-80E6-6127742D6391}"/>
              </a:ext>
            </a:extLst>
          </p:cNvPr>
          <p:cNvSpPr/>
          <p:nvPr/>
        </p:nvSpPr>
        <p:spPr>
          <a:xfrm>
            <a:off x="3064784" y="2025987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B022E8E8-1538-4E4A-B9B9-AF07E9FB22AB}"/>
              </a:ext>
            </a:extLst>
          </p:cNvPr>
          <p:cNvCxnSpPr>
            <a:cxnSpLocks/>
          </p:cNvCxnSpPr>
          <p:nvPr/>
        </p:nvCxnSpPr>
        <p:spPr>
          <a:xfrm flipH="1">
            <a:off x="3525845" y="3091679"/>
            <a:ext cx="541402" cy="1088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4ECD9467-7918-44AE-A26D-387A3D15072D}"/>
              </a:ext>
            </a:extLst>
          </p:cNvPr>
          <p:cNvCxnSpPr>
            <a:cxnSpLocks/>
          </p:cNvCxnSpPr>
          <p:nvPr/>
        </p:nvCxnSpPr>
        <p:spPr>
          <a:xfrm flipH="1">
            <a:off x="3487302" y="2610458"/>
            <a:ext cx="283555" cy="1470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E621C7B9-07A2-449D-A49A-AB1FD66FCF51}"/>
              </a:ext>
            </a:extLst>
          </p:cNvPr>
          <p:cNvCxnSpPr>
            <a:cxnSpLocks/>
          </p:cNvCxnSpPr>
          <p:nvPr/>
        </p:nvCxnSpPr>
        <p:spPr>
          <a:xfrm flipH="1">
            <a:off x="3531962" y="2385933"/>
            <a:ext cx="404416" cy="1731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B592D6D7-9350-49F7-B2A8-F284CE28FA4A}"/>
              </a:ext>
            </a:extLst>
          </p:cNvPr>
          <p:cNvCxnSpPr>
            <a:cxnSpLocks/>
          </p:cNvCxnSpPr>
          <p:nvPr/>
        </p:nvCxnSpPr>
        <p:spPr>
          <a:xfrm flipH="1">
            <a:off x="3531743" y="2398314"/>
            <a:ext cx="625732" cy="1634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FFB95EC3-4279-4616-9A0F-0B280F22A06F}"/>
              </a:ext>
            </a:extLst>
          </p:cNvPr>
          <p:cNvCxnSpPr>
            <a:cxnSpLocks/>
          </p:cNvCxnSpPr>
          <p:nvPr/>
        </p:nvCxnSpPr>
        <p:spPr>
          <a:xfrm flipH="1">
            <a:off x="3525845" y="2668453"/>
            <a:ext cx="572440" cy="1426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60E15BC9-8EC8-4CF9-A49E-95779D97B324}"/>
              </a:ext>
            </a:extLst>
          </p:cNvPr>
          <p:cNvCxnSpPr>
            <a:cxnSpLocks/>
          </p:cNvCxnSpPr>
          <p:nvPr/>
        </p:nvCxnSpPr>
        <p:spPr>
          <a:xfrm flipH="1">
            <a:off x="3468350" y="2165038"/>
            <a:ext cx="243179" cy="1982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C778496A-2000-43F1-BD39-F138A768A235}"/>
              </a:ext>
            </a:extLst>
          </p:cNvPr>
          <p:cNvCxnSpPr>
            <a:cxnSpLocks/>
          </p:cNvCxnSpPr>
          <p:nvPr/>
        </p:nvCxnSpPr>
        <p:spPr>
          <a:xfrm flipH="1">
            <a:off x="3541112" y="2079445"/>
            <a:ext cx="418360" cy="2023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92A1B51-8945-40A5-AD4C-1AFF8920ACC1}"/>
              </a:ext>
            </a:extLst>
          </p:cNvPr>
          <p:cNvCxnSpPr>
            <a:cxnSpLocks/>
          </p:cNvCxnSpPr>
          <p:nvPr/>
        </p:nvCxnSpPr>
        <p:spPr>
          <a:xfrm flipH="1">
            <a:off x="3575236" y="2091378"/>
            <a:ext cx="573125" cy="2052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1434B8C7-8096-42C3-B1EF-9BB2BFA03B4A}"/>
              </a:ext>
            </a:extLst>
          </p:cNvPr>
          <p:cNvCxnSpPr>
            <a:cxnSpLocks/>
          </p:cNvCxnSpPr>
          <p:nvPr/>
        </p:nvCxnSpPr>
        <p:spPr>
          <a:xfrm>
            <a:off x="3199015" y="2102882"/>
            <a:ext cx="315313" cy="21307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FC5BD0F4-4E73-47FB-9841-700FF12B277D}"/>
              </a:ext>
            </a:extLst>
          </p:cNvPr>
          <p:cNvCxnSpPr>
            <a:cxnSpLocks/>
          </p:cNvCxnSpPr>
          <p:nvPr/>
        </p:nvCxnSpPr>
        <p:spPr>
          <a:xfrm>
            <a:off x="2882031" y="2102882"/>
            <a:ext cx="634052" cy="21307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BF36ABA9-AD4F-43E1-8189-EC654B498D17}"/>
              </a:ext>
            </a:extLst>
          </p:cNvPr>
          <p:cNvCxnSpPr>
            <a:cxnSpLocks/>
          </p:cNvCxnSpPr>
          <p:nvPr/>
        </p:nvCxnSpPr>
        <p:spPr>
          <a:xfrm flipH="1">
            <a:off x="1828977" y="4120592"/>
            <a:ext cx="1784793" cy="2195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6C359D58-663E-4D07-A1DF-427135A345CD}"/>
              </a:ext>
            </a:extLst>
          </p:cNvPr>
          <p:cNvCxnSpPr>
            <a:cxnSpLocks/>
          </p:cNvCxnSpPr>
          <p:nvPr/>
        </p:nvCxnSpPr>
        <p:spPr>
          <a:xfrm flipH="1">
            <a:off x="1734060" y="4097553"/>
            <a:ext cx="1692099" cy="2165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7500178C-DAB7-43D9-ABD1-BB473E7EDA4F}"/>
              </a:ext>
            </a:extLst>
          </p:cNvPr>
          <p:cNvCxnSpPr>
            <a:cxnSpLocks/>
          </p:cNvCxnSpPr>
          <p:nvPr/>
        </p:nvCxnSpPr>
        <p:spPr>
          <a:xfrm flipH="1">
            <a:off x="1654554" y="4074146"/>
            <a:ext cx="1877190" cy="2293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76566DE5-1962-43CD-80C5-30750EC2BB19}"/>
              </a:ext>
            </a:extLst>
          </p:cNvPr>
          <p:cNvCxnSpPr>
            <a:cxnSpLocks/>
          </p:cNvCxnSpPr>
          <p:nvPr/>
        </p:nvCxnSpPr>
        <p:spPr>
          <a:xfrm flipH="1">
            <a:off x="1631931" y="4166724"/>
            <a:ext cx="1841022" cy="2151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CCBAC961-5A78-4288-8E8D-0CACE5FBA54C}"/>
              </a:ext>
            </a:extLst>
          </p:cNvPr>
          <p:cNvCxnSpPr>
            <a:cxnSpLocks/>
          </p:cNvCxnSpPr>
          <p:nvPr/>
        </p:nvCxnSpPr>
        <p:spPr>
          <a:xfrm flipH="1">
            <a:off x="1654336" y="4180210"/>
            <a:ext cx="1830209" cy="2224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435CBB35-FEDA-4F01-8840-6246B3D6141F}"/>
              </a:ext>
            </a:extLst>
          </p:cNvPr>
          <p:cNvCxnSpPr>
            <a:cxnSpLocks/>
          </p:cNvCxnSpPr>
          <p:nvPr/>
        </p:nvCxnSpPr>
        <p:spPr>
          <a:xfrm flipH="1">
            <a:off x="1560087" y="4193152"/>
            <a:ext cx="1807988" cy="2174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F41999F3-F492-4487-8CD6-58E2E0F7108C}"/>
              </a:ext>
            </a:extLst>
          </p:cNvPr>
          <p:cNvCxnSpPr>
            <a:cxnSpLocks/>
          </p:cNvCxnSpPr>
          <p:nvPr/>
        </p:nvCxnSpPr>
        <p:spPr>
          <a:xfrm flipH="1">
            <a:off x="1722463" y="4088114"/>
            <a:ext cx="1775058" cy="227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2A850A3B-506D-4921-B94B-57C45F2D08AD}"/>
              </a:ext>
            </a:extLst>
          </p:cNvPr>
          <p:cNvSpPr txBox="1"/>
          <p:nvPr/>
        </p:nvSpPr>
        <p:spPr>
          <a:xfrm>
            <a:off x="4181937" y="2924706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37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175F054-F67D-43DF-B23B-318483D73179}"/>
              </a:ext>
            </a:extLst>
          </p:cNvPr>
          <p:cNvSpPr txBox="1"/>
          <p:nvPr/>
        </p:nvSpPr>
        <p:spPr>
          <a:xfrm>
            <a:off x="3291799" y="2467548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38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1EE246D4-473E-4FA0-9C80-6B276616F9C4}"/>
              </a:ext>
            </a:extLst>
          </p:cNvPr>
          <p:cNvSpPr txBox="1"/>
          <p:nvPr/>
        </p:nvSpPr>
        <p:spPr>
          <a:xfrm>
            <a:off x="4133020" y="2492949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39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E76D33D0-FD54-4FA5-A109-0036231E7664}"/>
              </a:ext>
            </a:extLst>
          </p:cNvPr>
          <p:cNvSpPr txBox="1"/>
          <p:nvPr/>
        </p:nvSpPr>
        <p:spPr>
          <a:xfrm>
            <a:off x="4143990" y="2246814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40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3BA91BD6-8762-48AB-A7AE-85DA07A6471D}"/>
              </a:ext>
            </a:extLst>
          </p:cNvPr>
          <p:cNvSpPr txBox="1"/>
          <p:nvPr/>
        </p:nvSpPr>
        <p:spPr>
          <a:xfrm>
            <a:off x="3570491" y="2199545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41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852F5540-46A6-4B8A-9986-F540983A2ABB}"/>
              </a:ext>
            </a:extLst>
          </p:cNvPr>
          <p:cNvSpPr txBox="1"/>
          <p:nvPr/>
        </p:nvSpPr>
        <p:spPr>
          <a:xfrm>
            <a:off x="3548159" y="1660325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42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CE92243-2998-4D74-ACC0-A9FF31441710}"/>
              </a:ext>
            </a:extLst>
          </p:cNvPr>
          <p:cNvSpPr txBox="1"/>
          <p:nvPr/>
        </p:nvSpPr>
        <p:spPr>
          <a:xfrm>
            <a:off x="3746742" y="1707176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43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5F080805-7940-4FA8-B95D-160C5B378C3E}"/>
              </a:ext>
            </a:extLst>
          </p:cNvPr>
          <p:cNvSpPr txBox="1"/>
          <p:nvPr/>
        </p:nvSpPr>
        <p:spPr>
          <a:xfrm>
            <a:off x="4159039" y="1891842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44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A8B9FEF6-ECDF-48ED-8D2A-4C2C0EC386A9}"/>
              </a:ext>
            </a:extLst>
          </p:cNvPr>
          <p:cNvSpPr txBox="1"/>
          <p:nvPr/>
        </p:nvSpPr>
        <p:spPr>
          <a:xfrm>
            <a:off x="2446694" y="1974803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45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718A0782-5977-4417-970D-FC27FDFD688F}"/>
              </a:ext>
            </a:extLst>
          </p:cNvPr>
          <p:cNvSpPr txBox="1"/>
          <p:nvPr/>
        </p:nvSpPr>
        <p:spPr>
          <a:xfrm>
            <a:off x="3139031" y="1904054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46</a:t>
            </a: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2EA88DE9-8765-4B33-90B4-5516354727BC}"/>
              </a:ext>
            </a:extLst>
          </p:cNvPr>
          <p:cNvSpPr/>
          <p:nvPr/>
        </p:nvSpPr>
        <p:spPr>
          <a:xfrm>
            <a:off x="5157235" y="4218296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FE2E3916-C3FE-4A07-9E30-3A25DED675D1}"/>
              </a:ext>
            </a:extLst>
          </p:cNvPr>
          <p:cNvSpPr/>
          <p:nvPr/>
        </p:nvSpPr>
        <p:spPr>
          <a:xfrm>
            <a:off x="5168948" y="4442901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B7CD05AA-6697-40CF-BEB8-BFE51101D81C}"/>
              </a:ext>
            </a:extLst>
          </p:cNvPr>
          <p:cNvSpPr/>
          <p:nvPr/>
        </p:nvSpPr>
        <p:spPr>
          <a:xfrm>
            <a:off x="5379162" y="4224530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929E4D38-900D-4932-BC7B-F1A558F4805F}"/>
              </a:ext>
            </a:extLst>
          </p:cNvPr>
          <p:cNvSpPr/>
          <p:nvPr/>
        </p:nvSpPr>
        <p:spPr>
          <a:xfrm>
            <a:off x="5574643" y="461139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F5C0A216-7388-4F0B-92C9-8A78B89FA959}"/>
              </a:ext>
            </a:extLst>
          </p:cNvPr>
          <p:cNvSpPr/>
          <p:nvPr/>
        </p:nvSpPr>
        <p:spPr>
          <a:xfrm>
            <a:off x="5574643" y="494052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DEB5952A-CF80-4D56-9540-43236166A165}"/>
              </a:ext>
            </a:extLst>
          </p:cNvPr>
          <p:cNvSpPr/>
          <p:nvPr/>
        </p:nvSpPr>
        <p:spPr>
          <a:xfrm>
            <a:off x="5119571" y="532146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8ED2BDA6-49F9-4A21-A258-921715259D5B}"/>
              </a:ext>
            </a:extLst>
          </p:cNvPr>
          <p:cNvSpPr/>
          <p:nvPr/>
        </p:nvSpPr>
        <p:spPr>
          <a:xfrm>
            <a:off x="5238094" y="4925957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D5DACA37-4C3D-4C20-920F-5707CC476C2F}"/>
              </a:ext>
            </a:extLst>
          </p:cNvPr>
          <p:cNvSpPr/>
          <p:nvPr/>
        </p:nvSpPr>
        <p:spPr>
          <a:xfrm>
            <a:off x="5010779" y="4925957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A285E17D-B963-4033-BF0E-E150BB9E4106}"/>
              </a:ext>
            </a:extLst>
          </p:cNvPr>
          <p:cNvSpPr txBox="1"/>
          <p:nvPr/>
        </p:nvSpPr>
        <p:spPr>
          <a:xfrm>
            <a:off x="5285493" y="3923578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47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8FFBB8D2-7127-4DE6-86F0-C6A198074382}"/>
              </a:ext>
            </a:extLst>
          </p:cNvPr>
          <p:cNvSpPr txBox="1"/>
          <p:nvPr/>
        </p:nvSpPr>
        <p:spPr>
          <a:xfrm>
            <a:off x="4992922" y="3933820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48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AA5CA074-127C-4723-AE91-90C58E0E9853}"/>
              </a:ext>
            </a:extLst>
          </p:cNvPr>
          <p:cNvSpPr txBox="1"/>
          <p:nvPr/>
        </p:nvSpPr>
        <p:spPr>
          <a:xfrm>
            <a:off x="4803646" y="4324916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49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8818715-0BF3-4564-BEA4-E7609C7A1B53}"/>
              </a:ext>
            </a:extLst>
          </p:cNvPr>
          <p:cNvSpPr txBox="1"/>
          <p:nvPr/>
        </p:nvSpPr>
        <p:spPr>
          <a:xfrm>
            <a:off x="5438520" y="4298953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50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5E85A533-F051-4583-97CC-C7532ED72FC0}"/>
              </a:ext>
            </a:extLst>
          </p:cNvPr>
          <p:cNvSpPr txBox="1"/>
          <p:nvPr/>
        </p:nvSpPr>
        <p:spPr>
          <a:xfrm>
            <a:off x="5438520" y="5025377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51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3AF3CAAC-B852-4CEF-9B0D-CAD15A2EC3C9}"/>
              </a:ext>
            </a:extLst>
          </p:cNvPr>
          <p:cNvSpPr txBox="1"/>
          <p:nvPr/>
        </p:nvSpPr>
        <p:spPr>
          <a:xfrm>
            <a:off x="5097276" y="4670588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53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5FA71D08-40D6-4655-ADC1-B50A77ADC58C}"/>
              </a:ext>
            </a:extLst>
          </p:cNvPr>
          <p:cNvSpPr txBox="1"/>
          <p:nvPr/>
        </p:nvSpPr>
        <p:spPr>
          <a:xfrm>
            <a:off x="4688262" y="4799828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54</a:t>
            </a: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7B941282-4B58-43B7-A957-36581A583401}"/>
              </a:ext>
            </a:extLst>
          </p:cNvPr>
          <p:cNvCxnSpPr>
            <a:cxnSpLocks/>
          </p:cNvCxnSpPr>
          <p:nvPr/>
        </p:nvCxnSpPr>
        <p:spPr>
          <a:xfrm flipH="1" flipV="1">
            <a:off x="4726898" y="4144246"/>
            <a:ext cx="755365" cy="182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656A494C-9C7E-4BF3-9FC4-D374DA025359}"/>
              </a:ext>
            </a:extLst>
          </p:cNvPr>
          <p:cNvCxnSpPr>
            <a:cxnSpLocks/>
          </p:cNvCxnSpPr>
          <p:nvPr/>
        </p:nvCxnSpPr>
        <p:spPr>
          <a:xfrm flipH="1" flipV="1">
            <a:off x="4749874" y="4218296"/>
            <a:ext cx="465726" cy="108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F34EB51B-5DBA-44B5-9525-977C7F21A037}"/>
              </a:ext>
            </a:extLst>
          </p:cNvPr>
          <p:cNvCxnSpPr>
            <a:cxnSpLocks/>
          </p:cNvCxnSpPr>
          <p:nvPr/>
        </p:nvCxnSpPr>
        <p:spPr>
          <a:xfrm flipH="1" flipV="1">
            <a:off x="4726898" y="4217782"/>
            <a:ext cx="539981" cy="325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014DD78D-F33F-46D5-BFA3-064C0F2B997F}"/>
              </a:ext>
            </a:extLst>
          </p:cNvPr>
          <p:cNvCxnSpPr>
            <a:cxnSpLocks/>
          </p:cNvCxnSpPr>
          <p:nvPr/>
        </p:nvCxnSpPr>
        <p:spPr>
          <a:xfrm>
            <a:off x="4780280" y="4162474"/>
            <a:ext cx="1037901" cy="2153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DB4C5B36-2A74-47DC-9A9F-FD2A4B443A1B}"/>
              </a:ext>
            </a:extLst>
          </p:cNvPr>
          <p:cNvCxnSpPr>
            <a:cxnSpLocks/>
          </p:cNvCxnSpPr>
          <p:nvPr/>
        </p:nvCxnSpPr>
        <p:spPr>
          <a:xfrm>
            <a:off x="4779900" y="4259762"/>
            <a:ext cx="1037901" cy="2153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4B22945D-255A-4995-9D6F-6FDB17BB2E4A}"/>
              </a:ext>
            </a:extLst>
          </p:cNvPr>
          <p:cNvCxnSpPr>
            <a:cxnSpLocks/>
          </p:cNvCxnSpPr>
          <p:nvPr/>
        </p:nvCxnSpPr>
        <p:spPr>
          <a:xfrm>
            <a:off x="4739060" y="4169466"/>
            <a:ext cx="1138099" cy="2146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F73FCE76-E9DF-477E-B1DD-623405A087B5}"/>
              </a:ext>
            </a:extLst>
          </p:cNvPr>
          <p:cNvCxnSpPr>
            <a:cxnSpLocks/>
          </p:cNvCxnSpPr>
          <p:nvPr/>
        </p:nvCxnSpPr>
        <p:spPr>
          <a:xfrm>
            <a:off x="5671112" y="4623434"/>
            <a:ext cx="58019" cy="1692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44D6C492-9CD0-40E3-8F14-8A7D5C3BB5AB}"/>
              </a:ext>
            </a:extLst>
          </p:cNvPr>
          <p:cNvCxnSpPr>
            <a:cxnSpLocks/>
          </p:cNvCxnSpPr>
          <p:nvPr/>
        </p:nvCxnSpPr>
        <p:spPr>
          <a:xfrm>
            <a:off x="5289595" y="5064495"/>
            <a:ext cx="526357" cy="12513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40CC44EF-3B3F-4A32-B920-EEA5AD69E08E}"/>
              </a:ext>
            </a:extLst>
          </p:cNvPr>
          <p:cNvCxnSpPr>
            <a:cxnSpLocks/>
          </p:cNvCxnSpPr>
          <p:nvPr/>
        </p:nvCxnSpPr>
        <p:spPr>
          <a:xfrm>
            <a:off x="5047621" y="5016021"/>
            <a:ext cx="720196" cy="1244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F81FC4E2-3875-4F70-96C3-8E332B15308C}"/>
              </a:ext>
            </a:extLst>
          </p:cNvPr>
          <p:cNvCxnSpPr>
            <a:cxnSpLocks/>
          </p:cNvCxnSpPr>
          <p:nvPr/>
        </p:nvCxnSpPr>
        <p:spPr>
          <a:xfrm>
            <a:off x="5148189" y="5372842"/>
            <a:ext cx="706454" cy="926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6986F2AE-0B73-4ED3-BE8A-EEF39C459032}"/>
              </a:ext>
            </a:extLst>
          </p:cNvPr>
          <p:cNvCxnSpPr>
            <a:cxnSpLocks/>
          </p:cNvCxnSpPr>
          <p:nvPr/>
        </p:nvCxnSpPr>
        <p:spPr>
          <a:xfrm flipV="1">
            <a:off x="5618667" y="4201665"/>
            <a:ext cx="565177" cy="817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7" name="Oval 186">
            <a:extLst>
              <a:ext uri="{FF2B5EF4-FFF2-40B4-BE49-F238E27FC236}">
                <a16:creationId xmlns:a16="http://schemas.microsoft.com/office/drawing/2014/main" id="{6460B677-8074-44EE-A8F4-6484E4DC25F2}"/>
              </a:ext>
            </a:extLst>
          </p:cNvPr>
          <p:cNvSpPr/>
          <p:nvPr/>
        </p:nvSpPr>
        <p:spPr>
          <a:xfrm>
            <a:off x="5265671" y="5716482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CAFA67D4-D457-4EDA-816F-02606E0942B7}"/>
              </a:ext>
            </a:extLst>
          </p:cNvPr>
          <p:cNvSpPr/>
          <p:nvPr/>
        </p:nvSpPr>
        <p:spPr>
          <a:xfrm>
            <a:off x="4909116" y="580096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D9925731-5C81-46A4-AA0A-1729D9FDFF71}"/>
              </a:ext>
            </a:extLst>
          </p:cNvPr>
          <p:cNvSpPr/>
          <p:nvPr/>
        </p:nvSpPr>
        <p:spPr>
          <a:xfrm>
            <a:off x="4921816" y="556845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B7E0D4A4-2DB5-4129-8EB2-CFF0BEBC5E81}"/>
              </a:ext>
            </a:extLst>
          </p:cNvPr>
          <p:cNvSpPr txBox="1"/>
          <p:nvPr/>
        </p:nvSpPr>
        <p:spPr>
          <a:xfrm>
            <a:off x="4968481" y="5102661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52</a:t>
            </a:r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4223976A-DBE8-417F-A6FF-6E3B7DE016FB}"/>
              </a:ext>
            </a:extLst>
          </p:cNvPr>
          <p:cNvSpPr/>
          <p:nvPr/>
        </p:nvSpPr>
        <p:spPr>
          <a:xfrm>
            <a:off x="4757723" y="623099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6BC9A0F9-22D6-4DD8-92C4-3157428D8942}"/>
              </a:ext>
            </a:extLst>
          </p:cNvPr>
          <p:cNvSpPr/>
          <p:nvPr/>
        </p:nvSpPr>
        <p:spPr>
          <a:xfrm>
            <a:off x="4479143" y="623099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AB7AA840-41DB-43C8-B357-14B1FB7EC033}"/>
              </a:ext>
            </a:extLst>
          </p:cNvPr>
          <p:cNvSpPr txBox="1"/>
          <p:nvPr/>
        </p:nvSpPr>
        <p:spPr>
          <a:xfrm>
            <a:off x="5157235" y="5802690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55</a:t>
            </a:r>
          </a:p>
        </p:txBody>
      </p: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227B5C4C-D7FC-46C6-B2E6-7B2A86A5741C}"/>
              </a:ext>
            </a:extLst>
          </p:cNvPr>
          <p:cNvCxnSpPr>
            <a:cxnSpLocks/>
          </p:cNvCxnSpPr>
          <p:nvPr/>
        </p:nvCxnSpPr>
        <p:spPr>
          <a:xfrm flipH="1" flipV="1">
            <a:off x="3918153" y="4561726"/>
            <a:ext cx="1449429" cy="12506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A3CA0252-2448-44B7-A468-439CBE9A7467}"/>
              </a:ext>
            </a:extLst>
          </p:cNvPr>
          <p:cNvCxnSpPr>
            <a:cxnSpLocks/>
          </p:cNvCxnSpPr>
          <p:nvPr/>
        </p:nvCxnSpPr>
        <p:spPr>
          <a:xfrm>
            <a:off x="3938054" y="4564254"/>
            <a:ext cx="1788405" cy="1346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579A6DB5-7BDE-4518-A8D2-8D29BC9A35E7}"/>
              </a:ext>
            </a:extLst>
          </p:cNvPr>
          <p:cNvSpPr txBox="1"/>
          <p:nvPr/>
        </p:nvSpPr>
        <p:spPr>
          <a:xfrm>
            <a:off x="4560453" y="5711361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56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CB9C9585-1818-489A-B462-215C73D6512B}"/>
              </a:ext>
            </a:extLst>
          </p:cNvPr>
          <p:cNvSpPr txBox="1"/>
          <p:nvPr/>
        </p:nvSpPr>
        <p:spPr>
          <a:xfrm>
            <a:off x="4585778" y="5433252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57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45AE1ABF-04E4-4698-BE94-53F6C7F13AFD}"/>
              </a:ext>
            </a:extLst>
          </p:cNvPr>
          <p:cNvSpPr txBox="1"/>
          <p:nvPr/>
        </p:nvSpPr>
        <p:spPr>
          <a:xfrm>
            <a:off x="4877754" y="6119989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58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EB900BAD-9B52-43FF-8532-1388B848015A}"/>
              </a:ext>
            </a:extLst>
          </p:cNvPr>
          <p:cNvSpPr txBox="1"/>
          <p:nvPr/>
        </p:nvSpPr>
        <p:spPr>
          <a:xfrm>
            <a:off x="4130127" y="6105982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59</a:t>
            </a:r>
          </a:p>
        </p:txBody>
      </p: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102AB17A-50CD-4F9D-87CD-2F6073B19287}"/>
              </a:ext>
            </a:extLst>
          </p:cNvPr>
          <p:cNvCxnSpPr>
            <a:cxnSpLocks/>
          </p:cNvCxnSpPr>
          <p:nvPr/>
        </p:nvCxnSpPr>
        <p:spPr>
          <a:xfrm>
            <a:off x="5047409" y="5652737"/>
            <a:ext cx="677988" cy="6605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3B9D5C61-C1E8-4B90-9507-F573AF4827EF}"/>
              </a:ext>
            </a:extLst>
          </p:cNvPr>
          <p:cNvCxnSpPr>
            <a:cxnSpLocks/>
          </p:cNvCxnSpPr>
          <p:nvPr/>
        </p:nvCxnSpPr>
        <p:spPr>
          <a:xfrm>
            <a:off x="5009222" y="5932472"/>
            <a:ext cx="780772" cy="3672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98108BAE-FC23-46AE-8E1D-4C33255463DA}"/>
              </a:ext>
            </a:extLst>
          </p:cNvPr>
          <p:cNvCxnSpPr>
            <a:cxnSpLocks/>
          </p:cNvCxnSpPr>
          <p:nvPr/>
        </p:nvCxnSpPr>
        <p:spPr>
          <a:xfrm flipV="1">
            <a:off x="4867973" y="6149295"/>
            <a:ext cx="798172" cy="151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351605F3-44F2-4ECA-8234-CF13E4F43F7C}"/>
              </a:ext>
            </a:extLst>
          </p:cNvPr>
          <p:cNvCxnSpPr>
            <a:cxnSpLocks/>
          </p:cNvCxnSpPr>
          <p:nvPr/>
        </p:nvCxnSpPr>
        <p:spPr>
          <a:xfrm flipV="1">
            <a:off x="4539136" y="6147945"/>
            <a:ext cx="1154688" cy="114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0" name="Oval 209">
            <a:extLst>
              <a:ext uri="{FF2B5EF4-FFF2-40B4-BE49-F238E27FC236}">
                <a16:creationId xmlns:a16="http://schemas.microsoft.com/office/drawing/2014/main" id="{F846D783-7075-4268-8C11-ACBF475197EA}"/>
              </a:ext>
            </a:extLst>
          </p:cNvPr>
          <p:cNvSpPr/>
          <p:nvPr/>
        </p:nvSpPr>
        <p:spPr>
          <a:xfrm>
            <a:off x="1850201" y="5634506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34BAA8B0-BE24-4502-B049-20342464C45F}"/>
              </a:ext>
            </a:extLst>
          </p:cNvPr>
          <p:cNvSpPr/>
          <p:nvPr/>
        </p:nvSpPr>
        <p:spPr>
          <a:xfrm>
            <a:off x="3392672" y="5344333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5D22A756-7A7A-4A9B-8F76-76465384DA08}"/>
              </a:ext>
            </a:extLst>
          </p:cNvPr>
          <p:cNvSpPr/>
          <p:nvPr/>
        </p:nvSpPr>
        <p:spPr>
          <a:xfrm>
            <a:off x="2824083" y="5876480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DD57395D-F9E7-4FBC-ACA6-BB5C9DA511DF}"/>
              </a:ext>
            </a:extLst>
          </p:cNvPr>
          <p:cNvSpPr/>
          <p:nvPr/>
        </p:nvSpPr>
        <p:spPr>
          <a:xfrm>
            <a:off x="2445829" y="563500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53BC5A56-8200-474A-8601-48AAB8E66541}"/>
              </a:ext>
            </a:extLst>
          </p:cNvPr>
          <p:cNvSpPr/>
          <p:nvPr/>
        </p:nvSpPr>
        <p:spPr>
          <a:xfrm>
            <a:off x="2446249" y="582712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BFA8670C-7FD9-480D-A145-80AAC557D703}"/>
              </a:ext>
            </a:extLst>
          </p:cNvPr>
          <p:cNvSpPr txBox="1"/>
          <p:nvPr/>
        </p:nvSpPr>
        <p:spPr>
          <a:xfrm>
            <a:off x="1768083" y="5368353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24</a:t>
            </a:r>
          </a:p>
        </p:txBody>
      </p: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582D10E1-91B5-482A-8CDC-07DCB029601A}"/>
              </a:ext>
            </a:extLst>
          </p:cNvPr>
          <p:cNvCxnSpPr>
            <a:cxnSpLocks/>
          </p:cNvCxnSpPr>
          <p:nvPr/>
        </p:nvCxnSpPr>
        <p:spPr>
          <a:xfrm flipV="1">
            <a:off x="1938742" y="5496477"/>
            <a:ext cx="804635" cy="205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7E325D30-40FE-420A-8F65-92DE6B9106F4}"/>
              </a:ext>
            </a:extLst>
          </p:cNvPr>
          <p:cNvCxnSpPr>
            <a:cxnSpLocks/>
          </p:cNvCxnSpPr>
          <p:nvPr/>
        </p:nvCxnSpPr>
        <p:spPr>
          <a:xfrm flipH="1" flipV="1">
            <a:off x="1394566" y="5116692"/>
            <a:ext cx="1326345" cy="371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8C1B29E4-AF7E-40DA-9020-C0FA90E26515}"/>
              </a:ext>
            </a:extLst>
          </p:cNvPr>
          <p:cNvCxnSpPr>
            <a:cxnSpLocks/>
          </p:cNvCxnSpPr>
          <p:nvPr/>
        </p:nvCxnSpPr>
        <p:spPr>
          <a:xfrm flipH="1" flipV="1">
            <a:off x="3379672" y="4709251"/>
            <a:ext cx="127103" cy="689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9FBC7069-720C-4F99-A5F6-9C477F1A3DF2}"/>
              </a:ext>
            </a:extLst>
          </p:cNvPr>
          <p:cNvCxnSpPr>
            <a:cxnSpLocks/>
          </p:cNvCxnSpPr>
          <p:nvPr/>
        </p:nvCxnSpPr>
        <p:spPr>
          <a:xfrm flipV="1">
            <a:off x="2885321" y="4759462"/>
            <a:ext cx="355902" cy="1236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00979DC9-E592-426E-BB08-340FDBAC8463}"/>
              </a:ext>
            </a:extLst>
          </p:cNvPr>
          <p:cNvCxnSpPr>
            <a:cxnSpLocks/>
          </p:cNvCxnSpPr>
          <p:nvPr/>
        </p:nvCxnSpPr>
        <p:spPr>
          <a:xfrm>
            <a:off x="3229666" y="4772202"/>
            <a:ext cx="2461936" cy="1415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1B7F15D8-670F-4371-86A1-759D678B9211}"/>
              </a:ext>
            </a:extLst>
          </p:cNvPr>
          <p:cNvCxnSpPr>
            <a:cxnSpLocks/>
          </p:cNvCxnSpPr>
          <p:nvPr/>
        </p:nvCxnSpPr>
        <p:spPr>
          <a:xfrm>
            <a:off x="3392707" y="4759770"/>
            <a:ext cx="2245664" cy="1372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5F05A356-7BBF-4D04-9616-383C1880B0D7}"/>
              </a:ext>
            </a:extLst>
          </p:cNvPr>
          <p:cNvCxnSpPr>
            <a:cxnSpLocks/>
          </p:cNvCxnSpPr>
          <p:nvPr/>
        </p:nvCxnSpPr>
        <p:spPr>
          <a:xfrm>
            <a:off x="2571166" y="5702727"/>
            <a:ext cx="3255861" cy="548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55B4C39A-B3D9-4EDA-9192-B188A9CE5A9F}"/>
              </a:ext>
            </a:extLst>
          </p:cNvPr>
          <p:cNvCxnSpPr>
            <a:cxnSpLocks/>
          </p:cNvCxnSpPr>
          <p:nvPr/>
        </p:nvCxnSpPr>
        <p:spPr>
          <a:xfrm>
            <a:off x="2520389" y="5956618"/>
            <a:ext cx="3262663" cy="332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1" name="TextBox 240">
            <a:extLst>
              <a:ext uri="{FF2B5EF4-FFF2-40B4-BE49-F238E27FC236}">
                <a16:creationId xmlns:a16="http://schemas.microsoft.com/office/drawing/2014/main" id="{FE173328-C63D-40FA-873D-423B86531E95}"/>
              </a:ext>
            </a:extLst>
          </p:cNvPr>
          <p:cNvSpPr txBox="1"/>
          <p:nvPr/>
        </p:nvSpPr>
        <p:spPr>
          <a:xfrm>
            <a:off x="2556273" y="5494995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25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883971F4-AE02-410B-82D9-41E931288515}"/>
              </a:ext>
            </a:extLst>
          </p:cNvPr>
          <p:cNvSpPr txBox="1"/>
          <p:nvPr/>
        </p:nvSpPr>
        <p:spPr>
          <a:xfrm>
            <a:off x="2316858" y="5900531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26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1DF5C74F-9D8A-4BD5-A3C7-3CD6A3B04AC4}"/>
              </a:ext>
            </a:extLst>
          </p:cNvPr>
          <p:cNvSpPr txBox="1"/>
          <p:nvPr/>
        </p:nvSpPr>
        <p:spPr>
          <a:xfrm>
            <a:off x="2913819" y="5747912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27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E63F4758-7D09-45F5-8174-22CD65964083}"/>
              </a:ext>
            </a:extLst>
          </p:cNvPr>
          <p:cNvSpPr txBox="1"/>
          <p:nvPr/>
        </p:nvSpPr>
        <p:spPr>
          <a:xfrm>
            <a:off x="3498679" y="5253792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661894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9B412-8F51-4ED6-A516-077A8E2DC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5221" y="485441"/>
            <a:ext cx="4106779" cy="1325563"/>
          </a:xfrm>
        </p:spPr>
        <p:txBody>
          <a:bodyPr/>
          <a:lstStyle/>
          <a:p>
            <a:r>
              <a:rPr lang="en-NZ" dirty="0"/>
              <a:t>Level 2 11-09-19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9F808B5-F4B2-4FE0-895E-46450D1B1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304" y="179595"/>
            <a:ext cx="7199245" cy="63521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DCA064-E847-4FD3-82D1-7D7C04FCE71D}"/>
              </a:ext>
            </a:extLst>
          </p:cNvPr>
          <p:cNvSpPr txBox="1"/>
          <p:nvPr/>
        </p:nvSpPr>
        <p:spPr>
          <a:xfrm>
            <a:off x="4061714" y="3569146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75D434-56FF-4E2C-A5EA-D7EA2376DE7B}"/>
              </a:ext>
            </a:extLst>
          </p:cNvPr>
          <p:cNvSpPr txBox="1"/>
          <p:nvPr/>
        </p:nvSpPr>
        <p:spPr>
          <a:xfrm>
            <a:off x="-11192" y="4840776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C8A7BC-7DBD-4545-98C2-365A1E3B70FE}"/>
              </a:ext>
            </a:extLst>
          </p:cNvPr>
          <p:cNvSpPr txBox="1"/>
          <p:nvPr/>
        </p:nvSpPr>
        <p:spPr>
          <a:xfrm>
            <a:off x="863324" y="961389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E4975AC-96D5-42C2-9E7E-260438F08634}"/>
              </a:ext>
            </a:extLst>
          </p:cNvPr>
          <p:cNvSpPr/>
          <p:nvPr/>
        </p:nvSpPr>
        <p:spPr>
          <a:xfrm>
            <a:off x="1148716" y="334414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FB8695E-0EFA-488B-85D4-5758BA28EBEC}"/>
              </a:ext>
            </a:extLst>
          </p:cNvPr>
          <p:cNvSpPr/>
          <p:nvPr/>
        </p:nvSpPr>
        <p:spPr>
          <a:xfrm>
            <a:off x="1693601" y="3344144"/>
            <a:ext cx="172995" cy="16971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E85E2A-E204-4CB2-90AF-EDFFA1F1E3DA}"/>
              </a:ext>
            </a:extLst>
          </p:cNvPr>
          <p:cNvSpPr/>
          <p:nvPr/>
        </p:nvSpPr>
        <p:spPr>
          <a:xfrm>
            <a:off x="1866596" y="409812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8DAA18C-ED7D-4AD0-8E69-5B40961DDA49}"/>
              </a:ext>
            </a:extLst>
          </p:cNvPr>
          <p:cNvSpPr/>
          <p:nvPr/>
        </p:nvSpPr>
        <p:spPr>
          <a:xfrm>
            <a:off x="2295589" y="409812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99F5BC-0596-4C2C-A988-95A54F7C958C}"/>
              </a:ext>
            </a:extLst>
          </p:cNvPr>
          <p:cNvSpPr txBox="1"/>
          <p:nvPr/>
        </p:nvSpPr>
        <p:spPr>
          <a:xfrm>
            <a:off x="1043056" y="3429000"/>
            <a:ext cx="38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201D7D-330E-45F3-AF5E-9D0E18C63C16}"/>
              </a:ext>
            </a:extLst>
          </p:cNvPr>
          <p:cNvSpPr txBox="1"/>
          <p:nvPr/>
        </p:nvSpPr>
        <p:spPr>
          <a:xfrm>
            <a:off x="1598550" y="3436657"/>
            <a:ext cx="38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1DC2EA-9D17-49C0-8C3D-F08EA9AF374E}"/>
              </a:ext>
            </a:extLst>
          </p:cNvPr>
          <p:cNvSpPr txBox="1"/>
          <p:nvPr/>
        </p:nvSpPr>
        <p:spPr>
          <a:xfrm>
            <a:off x="1612299" y="3998313"/>
            <a:ext cx="38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8DE5E2-96AC-4804-9807-C2D58AD96757}"/>
              </a:ext>
            </a:extLst>
          </p:cNvPr>
          <p:cNvSpPr txBox="1"/>
          <p:nvPr/>
        </p:nvSpPr>
        <p:spPr>
          <a:xfrm>
            <a:off x="2250909" y="3869899"/>
            <a:ext cx="38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38FF6D-83B8-4514-BAD8-E0B6E7849D28}"/>
              </a:ext>
            </a:extLst>
          </p:cNvPr>
          <p:cNvCxnSpPr>
            <a:stCxn id="13" idx="0"/>
          </p:cNvCxnSpPr>
          <p:nvPr/>
        </p:nvCxnSpPr>
        <p:spPr>
          <a:xfrm>
            <a:off x="1790707" y="3436657"/>
            <a:ext cx="2327735" cy="6614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93B6A0D-4CEA-48AC-A553-8C22A1FC8725}"/>
              </a:ext>
            </a:extLst>
          </p:cNvPr>
          <p:cNvCxnSpPr>
            <a:stCxn id="12" idx="0"/>
          </p:cNvCxnSpPr>
          <p:nvPr/>
        </p:nvCxnSpPr>
        <p:spPr>
          <a:xfrm>
            <a:off x="1235213" y="3429000"/>
            <a:ext cx="2826501" cy="7539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6128739-C232-4E46-B8E1-627FF5F75E05}"/>
              </a:ext>
            </a:extLst>
          </p:cNvPr>
          <p:cNvCxnSpPr>
            <a:cxnSpLocks/>
          </p:cNvCxnSpPr>
          <p:nvPr/>
        </p:nvCxnSpPr>
        <p:spPr>
          <a:xfrm flipV="1">
            <a:off x="1937079" y="4166702"/>
            <a:ext cx="2124635" cy="29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64FA104-2CC8-41DB-9B99-B12B0B7685A6}"/>
              </a:ext>
            </a:extLst>
          </p:cNvPr>
          <p:cNvCxnSpPr>
            <a:cxnSpLocks/>
          </p:cNvCxnSpPr>
          <p:nvPr/>
        </p:nvCxnSpPr>
        <p:spPr>
          <a:xfrm flipV="1">
            <a:off x="2440058" y="4117640"/>
            <a:ext cx="1580510" cy="147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056C823B-AA39-4C18-82AE-66FB19C4EAFF}"/>
              </a:ext>
            </a:extLst>
          </p:cNvPr>
          <p:cNvSpPr/>
          <p:nvPr/>
        </p:nvSpPr>
        <p:spPr>
          <a:xfrm>
            <a:off x="1254374" y="544242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BE42553-19B8-4226-BB29-F0C85684AA44}"/>
              </a:ext>
            </a:extLst>
          </p:cNvPr>
          <p:cNvSpPr/>
          <p:nvPr/>
        </p:nvSpPr>
        <p:spPr>
          <a:xfrm>
            <a:off x="1254373" y="5648097"/>
            <a:ext cx="172995" cy="16971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4A4EA43-2D16-49A4-9659-0C37D83026A4}"/>
              </a:ext>
            </a:extLst>
          </p:cNvPr>
          <p:cNvSpPr/>
          <p:nvPr/>
        </p:nvSpPr>
        <p:spPr>
          <a:xfrm>
            <a:off x="1254372" y="6121485"/>
            <a:ext cx="172995" cy="16971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667D723-3ACA-4012-8C57-7625CECBAB2B}"/>
              </a:ext>
            </a:extLst>
          </p:cNvPr>
          <p:cNvSpPr/>
          <p:nvPr/>
        </p:nvSpPr>
        <p:spPr>
          <a:xfrm>
            <a:off x="1254372" y="5920201"/>
            <a:ext cx="172995" cy="16971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6BA2E12-D61A-4CD8-AB4B-4845B41654E3}"/>
              </a:ext>
            </a:extLst>
          </p:cNvPr>
          <p:cNvSpPr/>
          <p:nvPr/>
        </p:nvSpPr>
        <p:spPr>
          <a:xfrm>
            <a:off x="1496860" y="564086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32F8959-4109-4895-A9C7-2B040E5DEE36}"/>
              </a:ext>
            </a:extLst>
          </p:cNvPr>
          <p:cNvSpPr/>
          <p:nvPr/>
        </p:nvSpPr>
        <p:spPr>
          <a:xfrm>
            <a:off x="1506799" y="6121485"/>
            <a:ext cx="172995" cy="16971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2985697-983D-45E2-8954-19FC9A0F912A}"/>
              </a:ext>
            </a:extLst>
          </p:cNvPr>
          <p:cNvSpPr/>
          <p:nvPr/>
        </p:nvSpPr>
        <p:spPr>
          <a:xfrm>
            <a:off x="1754317" y="6121485"/>
            <a:ext cx="172995" cy="16971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AD2D54D-B088-42F9-9F0F-AFA9793BB845}"/>
              </a:ext>
            </a:extLst>
          </p:cNvPr>
          <p:cNvSpPr/>
          <p:nvPr/>
        </p:nvSpPr>
        <p:spPr>
          <a:xfrm>
            <a:off x="1753438" y="5640865"/>
            <a:ext cx="172995" cy="16971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D972A00-6B3A-454F-BC2E-6512F098BF0B}"/>
              </a:ext>
            </a:extLst>
          </p:cNvPr>
          <p:cNvSpPr/>
          <p:nvPr/>
        </p:nvSpPr>
        <p:spPr>
          <a:xfrm>
            <a:off x="2002788" y="5648097"/>
            <a:ext cx="172995" cy="16971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AE55C3C-68DF-44CB-9A5F-F6E3A7E51EE5}"/>
              </a:ext>
            </a:extLst>
          </p:cNvPr>
          <p:cNvSpPr/>
          <p:nvPr/>
        </p:nvSpPr>
        <p:spPr>
          <a:xfrm>
            <a:off x="2002788" y="6121485"/>
            <a:ext cx="172995" cy="16971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C564FBD-DE36-491B-A144-45F27A43908E}"/>
              </a:ext>
            </a:extLst>
          </p:cNvPr>
          <p:cNvSpPr/>
          <p:nvPr/>
        </p:nvSpPr>
        <p:spPr>
          <a:xfrm>
            <a:off x="2210616" y="5449781"/>
            <a:ext cx="172995" cy="169712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2B44F92-0D36-48A7-BE1E-619FD2F9FD1C}"/>
              </a:ext>
            </a:extLst>
          </p:cNvPr>
          <p:cNvSpPr/>
          <p:nvPr/>
        </p:nvSpPr>
        <p:spPr>
          <a:xfrm>
            <a:off x="2223159" y="6121485"/>
            <a:ext cx="172995" cy="16971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D9EBC90-CBE5-42F5-ADCF-F19F281DD6DE}"/>
              </a:ext>
            </a:extLst>
          </p:cNvPr>
          <p:cNvSpPr/>
          <p:nvPr/>
        </p:nvSpPr>
        <p:spPr>
          <a:xfrm>
            <a:off x="2543174" y="6121485"/>
            <a:ext cx="172995" cy="16971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720EE2F-0744-46CC-803B-0278DE937416}"/>
              </a:ext>
            </a:extLst>
          </p:cNvPr>
          <p:cNvSpPr/>
          <p:nvPr/>
        </p:nvSpPr>
        <p:spPr>
          <a:xfrm>
            <a:off x="2543174" y="5648097"/>
            <a:ext cx="172995" cy="169712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740B05A-F127-4FF6-8598-0B36A845582F}"/>
              </a:ext>
            </a:extLst>
          </p:cNvPr>
          <p:cNvSpPr/>
          <p:nvPr/>
        </p:nvSpPr>
        <p:spPr>
          <a:xfrm>
            <a:off x="2907007" y="5640865"/>
            <a:ext cx="172995" cy="169712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9FC7B2-BAB9-4161-8653-01D945F6976B}"/>
              </a:ext>
            </a:extLst>
          </p:cNvPr>
          <p:cNvSpPr txBox="1"/>
          <p:nvPr/>
        </p:nvSpPr>
        <p:spPr>
          <a:xfrm>
            <a:off x="1016994" y="5820391"/>
            <a:ext cx="38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949185E-1C56-4C51-B5DC-8F6EA464622E}"/>
              </a:ext>
            </a:extLst>
          </p:cNvPr>
          <p:cNvSpPr txBox="1"/>
          <p:nvPr/>
        </p:nvSpPr>
        <p:spPr>
          <a:xfrm>
            <a:off x="1030024" y="6037406"/>
            <a:ext cx="38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5E90DB4-8787-43C2-95A1-D9BBF33B7E18}"/>
              </a:ext>
            </a:extLst>
          </p:cNvPr>
          <p:cNvSpPr txBox="1"/>
          <p:nvPr/>
        </p:nvSpPr>
        <p:spPr>
          <a:xfrm>
            <a:off x="2433159" y="5884254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A7C2E8D-175F-429F-B234-C9B50A37F068}"/>
              </a:ext>
            </a:extLst>
          </p:cNvPr>
          <p:cNvSpPr txBox="1"/>
          <p:nvPr/>
        </p:nvSpPr>
        <p:spPr>
          <a:xfrm>
            <a:off x="2892895" y="5389201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19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38C77D99-96E1-4B7E-ABC8-13FE2F77BD22}"/>
              </a:ext>
            </a:extLst>
          </p:cNvPr>
          <p:cNvCxnSpPr>
            <a:cxnSpLocks/>
          </p:cNvCxnSpPr>
          <p:nvPr/>
        </p:nvCxnSpPr>
        <p:spPr>
          <a:xfrm flipV="1">
            <a:off x="1339972" y="4130343"/>
            <a:ext cx="2590954" cy="1417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74BE884-F1E1-4456-A8E0-C38647C4C7C9}"/>
              </a:ext>
            </a:extLst>
          </p:cNvPr>
          <p:cNvCxnSpPr>
            <a:cxnSpLocks/>
          </p:cNvCxnSpPr>
          <p:nvPr/>
        </p:nvCxnSpPr>
        <p:spPr>
          <a:xfrm flipV="1">
            <a:off x="1583357" y="4147185"/>
            <a:ext cx="2535085" cy="1540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6B7781B-0C3E-4BD9-9BE5-6AA59D5E6E8E}"/>
              </a:ext>
            </a:extLst>
          </p:cNvPr>
          <p:cNvCxnSpPr>
            <a:cxnSpLocks/>
          </p:cNvCxnSpPr>
          <p:nvPr/>
        </p:nvCxnSpPr>
        <p:spPr>
          <a:xfrm flipV="1">
            <a:off x="3064156" y="4110826"/>
            <a:ext cx="1067050" cy="1616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975050F-EAB1-4A48-9433-1058CA896C26}"/>
              </a:ext>
            </a:extLst>
          </p:cNvPr>
          <p:cNvCxnSpPr>
            <a:cxnSpLocks/>
          </p:cNvCxnSpPr>
          <p:nvPr/>
        </p:nvCxnSpPr>
        <p:spPr>
          <a:xfrm flipV="1">
            <a:off x="2093007" y="4181474"/>
            <a:ext cx="1968707" cy="15909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4307617A-4E86-448E-85C4-C2597A1EA1D3}"/>
              </a:ext>
            </a:extLst>
          </p:cNvPr>
          <p:cNvCxnSpPr>
            <a:cxnSpLocks/>
          </p:cNvCxnSpPr>
          <p:nvPr/>
        </p:nvCxnSpPr>
        <p:spPr>
          <a:xfrm flipV="1">
            <a:off x="2620203" y="4154946"/>
            <a:ext cx="1463058" cy="15841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F2A2598-F09B-43DF-A2B7-F6838C1E421C}"/>
              </a:ext>
            </a:extLst>
          </p:cNvPr>
          <p:cNvCxnSpPr>
            <a:cxnSpLocks/>
          </p:cNvCxnSpPr>
          <p:nvPr/>
        </p:nvCxnSpPr>
        <p:spPr>
          <a:xfrm flipH="1" flipV="1">
            <a:off x="1043056" y="5210108"/>
            <a:ext cx="1604953" cy="10435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1D7DCAF6-8862-4BCB-B138-AC1E2CF4910F}"/>
              </a:ext>
            </a:extLst>
          </p:cNvPr>
          <p:cNvCxnSpPr>
            <a:cxnSpLocks/>
          </p:cNvCxnSpPr>
          <p:nvPr/>
        </p:nvCxnSpPr>
        <p:spPr>
          <a:xfrm flipH="1" flipV="1">
            <a:off x="1024173" y="5212217"/>
            <a:ext cx="1325521" cy="10176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9EA3480-E452-40FB-B7FC-EBF4EA09BCAB}"/>
              </a:ext>
            </a:extLst>
          </p:cNvPr>
          <p:cNvCxnSpPr>
            <a:cxnSpLocks/>
          </p:cNvCxnSpPr>
          <p:nvPr/>
        </p:nvCxnSpPr>
        <p:spPr>
          <a:xfrm flipH="1" flipV="1">
            <a:off x="970448" y="5212188"/>
            <a:ext cx="1144568" cy="10313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D84A905-AEDB-4EEE-9FCE-0C7F5D3DFE6B}"/>
              </a:ext>
            </a:extLst>
          </p:cNvPr>
          <p:cNvCxnSpPr>
            <a:cxnSpLocks/>
          </p:cNvCxnSpPr>
          <p:nvPr/>
        </p:nvCxnSpPr>
        <p:spPr>
          <a:xfrm flipV="1">
            <a:off x="1606419" y="5389201"/>
            <a:ext cx="1084607" cy="832874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4D75A7F5-CEFF-4DA6-98E5-835441F2C096}"/>
              </a:ext>
            </a:extLst>
          </p:cNvPr>
          <p:cNvCxnSpPr>
            <a:cxnSpLocks/>
          </p:cNvCxnSpPr>
          <p:nvPr/>
        </p:nvCxnSpPr>
        <p:spPr>
          <a:xfrm flipH="1" flipV="1">
            <a:off x="1040865" y="5298829"/>
            <a:ext cx="291590" cy="9148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69C20095-AB68-4AED-848B-C6686501BC8F}"/>
              </a:ext>
            </a:extLst>
          </p:cNvPr>
          <p:cNvCxnSpPr>
            <a:cxnSpLocks/>
          </p:cNvCxnSpPr>
          <p:nvPr/>
        </p:nvCxnSpPr>
        <p:spPr>
          <a:xfrm flipH="1" flipV="1">
            <a:off x="1055451" y="5035514"/>
            <a:ext cx="291590" cy="9148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2FDE5EF6-2D37-4B94-BA71-523DBD0E7881}"/>
              </a:ext>
            </a:extLst>
          </p:cNvPr>
          <p:cNvCxnSpPr>
            <a:cxnSpLocks/>
          </p:cNvCxnSpPr>
          <p:nvPr/>
        </p:nvCxnSpPr>
        <p:spPr>
          <a:xfrm flipH="1" flipV="1">
            <a:off x="1055451" y="5296749"/>
            <a:ext cx="293597" cy="5185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3D3674D3-9126-4E78-910A-932777E1C81D}"/>
              </a:ext>
            </a:extLst>
          </p:cNvPr>
          <p:cNvCxnSpPr>
            <a:cxnSpLocks/>
          </p:cNvCxnSpPr>
          <p:nvPr/>
        </p:nvCxnSpPr>
        <p:spPr>
          <a:xfrm flipV="1">
            <a:off x="1825374" y="5432414"/>
            <a:ext cx="756841" cy="318309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7F4C5123-B650-434D-8E6F-93907A31ED72}"/>
              </a:ext>
            </a:extLst>
          </p:cNvPr>
          <p:cNvCxnSpPr>
            <a:cxnSpLocks/>
          </p:cNvCxnSpPr>
          <p:nvPr/>
        </p:nvCxnSpPr>
        <p:spPr>
          <a:xfrm flipV="1">
            <a:off x="2298944" y="5389201"/>
            <a:ext cx="392082" cy="15529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8647A92E-9BBE-41CE-AC86-DFD7969A39DB}"/>
              </a:ext>
            </a:extLst>
          </p:cNvPr>
          <p:cNvSpPr txBox="1"/>
          <p:nvPr/>
        </p:nvSpPr>
        <p:spPr>
          <a:xfrm>
            <a:off x="1434678" y="5406359"/>
            <a:ext cx="38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9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1A27606-4F54-4307-9C1D-A253A5DB3B5F}"/>
              </a:ext>
            </a:extLst>
          </p:cNvPr>
          <p:cNvSpPr txBox="1"/>
          <p:nvPr/>
        </p:nvSpPr>
        <p:spPr>
          <a:xfrm>
            <a:off x="993273" y="5329128"/>
            <a:ext cx="38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5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EA73451-31F2-46FE-BC70-BEE0CD6301B4}"/>
              </a:ext>
            </a:extLst>
          </p:cNvPr>
          <p:cNvSpPr txBox="1"/>
          <p:nvPr/>
        </p:nvSpPr>
        <p:spPr>
          <a:xfrm>
            <a:off x="1016994" y="5540640"/>
            <a:ext cx="38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6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7C79BF8-CDB9-4FBE-AB16-962A23086245}"/>
              </a:ext>
            </a:extLst>
          </p:cNvPr>
          <p:cNvSpPr txBox="1"/>
          <p:nvPr/>
        </p:nvSpPr>
        <p:spPr>
          <a:xfrm>
            <a:off x="1372890" y="5884254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10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9B2E37A-7DEE-43AB-9848-CAC3109A6739}"/>
              </a:ext>
            </a:extLst>
          </p:cNvPr>
          <p:cNvSpPr txBox="1"/>
          <p:nvPr/>
        </p:nvSpPr>
        <p:spPr>
          <a:xfrm>
            <a:off x="1926433" y="5863142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14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F0192042-9871-4BA5-BF55-4555DAFB7FD4}"/>
              </a:ext>
            </a:extLst>
          </p:cNvPr>
          <p:cNvCxnSpPr>
            <a:cxnSpLocks/>
          </p:cNvCxnSpPr>
          <p:nvPr/>
        </p:nvCxnSpPr>
        <p:spPr>
          <a:xfrm flipH="1" flipV="1">
            <a:off x="1025476" y="5207457"/>
            <a:ext cx="854024" cy="10381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AD406498-8301-4B19-87E7-00F78B8A6A85}"/>
              </a:ext>
            </a:extLst>
          </p:cNvPr>
          <p:cNvSpPr txBox="1"/>
          <p:nvPr/>
        </p:nvSpPr>
        <p:spPr>
          <a:xfrm>
            <a:off x="1667621" y="5871666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12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65EDA88-999F-434E-853B-E83910875CA5}"/>
              </a:ext>
            </a:extLst>
          </p:cNvPr>
          <p:cNvSpPr txBox="1"/>
          <p:nvPr/>
        </p:nvSpPr>
        <p:spPr>
          <a:xfrm>
            <a:off x="2169241" y="5852740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16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9BCF5084-ECEC-433D-A925-1FD3E7EDCCBC}"/>
              </a:ext>
            </a:extLst>
          </p:cNvPr>
          <p:cNvCxnSpPr/>
          <p:nvPr/>
        </p:nvCxnSpPr>
        <p:spPr>
          <a:xfrm flipH="1" flipV="1">
            <a:off x="1148716" y="5207457"/>
            <a:ext cx="1567453" cy="181744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DF667925-BFAE-4EC3-A94E-A86F11195B25}"/>
              </a:ext>
            </a:extLst>
          </p:cNvPr>
          <p:cNvCxnSpPr>
            <a:cxnSpLocks/>
          </p:cNvCxnSpPr>
          <p:nvPr/>
        </p:nvCxnSpPr>
        <p:spPr>
          <a:xfrm flipH="1" flipV="1">
            <a:off x="1121917" y="5262005"/>
            <a:ext cx="1455038" cy="184849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1C5E2CF1-3E77-42DD-BDE1-798EE129A00B}"/>
              </a:ext>
            </a:extLst>
          </p:cNvPr>
          <p:cNvCxnSpPr>
            <a:cxnSpLocks/>
          </p:cNvCxnSpPr>
          <p:nvPr/>
        </p:nvCxnSpPr>
        <p:spPr>
          <a:xfrm flipH="1" flipV="1">
            <a:off x="1116481" y="5126608"/>
            <a:ext cx="1453913" cy="267110"/>
          </a:xfrm>
          <a:prstGeom prst="straightConnector1">
            <a:avLst/>
          </a:prstGeom>
          <a:ln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3051B643-DC44-43DA-A4A8-6789B89B9C10}"/>
              </a:ext>
            </a:extLst>
          </p:cNvPr>
          <p:cNvSpPr txBox="1"/>
          <p:nvPr/>
        </p:nvSpPr>
        <p:spPr>
          <a:xfrm>
            <a:off x="1896806" y="5415649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13</a:t>
            </a: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326AB810-494C-4716-AD94-57A6E62B89BF}"/>
              </a:ext>
            </a:extLst>
          </p:cNvPr>
          <p:cNvSpPr/>
          <p:nvPr/>
        </p:nvSpPr>
        <p:spPr>
          <a:xfrm>
            <a:off x="4262473" y="5207457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011369D9-93B0-40EC-A125-8370F740A135}"/>
              </a:ext>
            </a:extLst>
          </p:cNvPr>
          <p:cNvSpPr/>
          <p:nvPr/>
        </p:nvSpPr>
        <p:spPr>
          <a:xfrm>
            <a:off x="4631700" y="4940586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0C7E4E8A-457C-4E32-9ABD-FAE7B19BC652}"/>
              </a:ext>
            </a:extLst>
          </p:cNvPr>
          <p:cNvCxnSpPr>
            <a:cxnSpLocks/>
          </p:cNvCxnSpPr>
          <p:nvPr/>
        </p:nvCxnSpPr>
        <p:spPr>
          <a:xfrm flipH="1" flipV="1">
            <a:off x="4113133" y="4117640"/>
            <a:ext cx="207891" cy="1173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AFD8C128-26DC-45AE-B4C2-522762548103}"/>
              </a:ext>
            </a:extLst>
          </p:cNvPr>
          <p:cNvSpPr txBox="1"/>
          <p:nvPr/>
        </p:nvSpPr>
        <p:spPr>
          <a:xfrm>
            <a:off x="4149314" y="5369780"/>
            <a:ext cx="565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125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7C16449-9420-410E-A3B5-E50FC6513D97}"/>
              </a:ext>
            </a:extLst>
          </p:cNvPr>
          <p:cNvSpPr txBox="1"/>
          <p:nvPr/>
        </p:nvSpPr>
        <p:spPr>
          <a:xfrm>
            <a:off x="4663520" y="4997538"/>
            <a:ext cx="565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126</a:t>
            </a: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799CD767-1A2A-4A9F-A5B4-769E3E29199B}"/>
              </a:ext>
            </a:extLst>
          </p:cNvPr>
          <p:cNvCxnSpPr>
            <a:cxnSpLocks/>
          </p:cNvCxnSpPr>
          <p:nvPr/>
        </p:nvCxnSpPr>
        <p:spPr>
          <a:xfrm flipH="1" flipV="1">
            <a:off x="4163026" y="4154946"/>
            <a:ext cx="519564" cy="899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4B8D6BC0-7479-4F37-B502-68B8F77F2CF8}"/>
              </a:ext>
            </a:extLst>
          </p:cNvPr>
          <p:cNvSpPr txBox="1"/>
          <p:nvPr/>
        </p:nvSpPr>
        <p:spPr>
          <a:xfrm>
            <a:off x="1625777" y="5412033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11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D528B11B-7ECC-4D3A-A2DF-F83787FF1B83}"/>
              </a:ext>
            </a:extLst>
          </p:cNvPr>
          <p:cNvSpPr txBox="1"/>
          <p:nvPr/>
        </p:nvSpPr>
        <p:spPr>
          <a:xfrm>
            <a:off x="2169241" y="5213802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15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DD64AED9-AD17-4FD4-839B-6790E2D54B5F}"/>
              </a:ext>
            </a:extLst>
          </p:cNvPr>
          <p:cNvSpPr txBox="1"/>
          <p:nvPr/>
        </p:nvSpPr>
        <p:spPr>
          <a:xfrm>
            <a:off x="2480481" y="5389201"/>
            <a:ext cx="42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276483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45093-54C8-4792-A7BF-B714C80F9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5537" y="425283"/>
            <a:ext cx="3986463" cy="1325563"/>
          </a:xfrm>
        </p:spPr>
        <p:txBody>
          <a:bodyPr/>
          <a:lstStyle/>
          <a:p>
            <a:r>
              <a:rPr lang="en-NZ" dirty="0"/>
              <a:t>Level 3 11-09-19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DA22000-7941-4F67-8349-6A935BCFBC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211" y="121775"/>
            <a:ext cx="7703902" cy="65745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406823-3771-4D62-B88E-3C3A1513116B}"/>
              </a:ext>
            </a:extLst>
          </p:cNvPr>
          <p:cNvSpPr txBox="1"/>
          <p:nvPr/>
        </p:nvSpPr>
        <p:spPr>
          <a:xfrm>
            <a:off x="-104925" y="4937235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A4A91A-CB56-4957-997E-6463C7B159E2}"/>
              </a:ext>
            </a:extLst>
          </p:cNvPr>
          <p:cNvSpPr txBox="1"/>
          <p:nvPr/>
        </p:nvSpPr>
        <p:spPr>
          <a:xfrm>
            <a:off x="7421486" y="4286067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F3BE8A-1DA3-4664-A087-061447D0B5F2}"/>
              </a:ext>
            </a:extLst>
          </p:cNvPr>
          <p:cNvSpPr txBox="1"/>
          <p:nvPr/>
        </p:nvSpPr>
        <p:spPr>
          <a:xfrm>
            <a:off x="3395353" y="4655399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66B8102-D30B-48B0-BA50-74F19B724645}"/>
              </a:ext>
            </a:extLst>
          </p:cNvPr>
          <p:cNvSpPr/>
          <p:nvPr/>
        </p:nvSpPr>
        <p:spPr>
          <a:xfrm>
            <a:off x="1369873" y="6141737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0B3CD74-B90F-49F6-BD2E-CCCB5FA21CF2}"/>
              </a:ext>
            </a:extLst>
          </p:cNvPr>
          <p:cNvSpPr/>
          <p:nvPr/>
        </p:nvSpPr>
        <p:spPr>
          <a:xfrm>
            <a:off x="1369872" y="542786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E138C89-E932-4301-A4F1-2F6E23F9FB0C}"/>
              </a:ext>
            </a:extLst>
          </p:cNvPr>
          <p:cNvSpPr/>
          <p:nvPr/>
        </p:nvSpPr>
        <p:spPr>
          <a:xfrm>
            <a:off x="1369872" y="565337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4243647-A5F3-45CD-B59A-7B8C8EAE9F35}"/>
              </a:ext>
            </a:extLst>
          </p:cNvPr>
          <p:cNvSpPr/>
          <p:nvPr/>
        </p:nvSpPr>
        <p:spPr>
          <a:xfrm>
            <a:off x="1595082" y="614381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DE052C2-2FDD-40DB-B3CF-378B33A2424F}"/>
              </a:ext>
            </a:extLst>
          </p:cNvPr>
          <p:cNvSpPr/>
          <p:nvPr/>
        </p:nvSpPr>
        <p:spPr>
          <a:xfrm>
            <a:off x="1875527" y="6141737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69C76E4-81EF-4626-8ADE-145DF2BC2B79}"/>
              </a:ext>
            </a:extLst>
          </p:cNvPr>
          <p:cNvSpPr/>
          <p:nvPr/>
        </p:nvSpPr>
        <p:spPr>
          <a:xfrm>
            <a:off x="1872003" y="582928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387A310-A372-4D24-B7D9-2080BE2DD9EE}"/>
              </a:ext>
            </a:extLst>
          </p:cNvPr>
          <p:cNvSpPr/>
          <p:nvPr/>
        </p:nvSpPr>
        <p:spPr>
          <a:xfrm>
            <a:off x="2155260" y="565337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AF94165-441C-41E3-AA17-FE1D9BCBBC59}"/>
              </a:ext>
            </a:extLst>
          </p:cNvPr>
          <p:cNvSpPr/>
          <p:nvPr/>
        </p:nvSpPr>
        <p:spPr>
          <a:xfrm>
            <a:off x="2155259" y="6160407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AA3D3D4-67F9-4ECF-BEF9-1D233A9CEBE1}"/>
              </a:ext>
            </a:extLst>
          </p:cNvPr>
          <p:cNvSpPr/>
          <p:nvPr/>
        </p:nvSpPr>
        <p:spPr>
          <a:xfrm>
            <a:off x="2434991" y="616391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AA7E07-FA71-4D6C-8410-F7E97EEB12A0}"/>
              </a:ext>
            </a:extLst>
          </p:cNvPr>
          <p:cNvSpPr/>
          <p:nvPr/>
        </p:nvSpPr>
        <p:spPr>
          <a:xfrm>
            <a:off x="2434991" y="597202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7725C7E-CE3A-43B7-B8D0-8C40F668EA96}"/>
              </a:ext>
            </a:extLst>
          </p:cNvPr>
          <p:cNvSpPr/>
          <p:nvPr/>
        </p:nvSpPr>
        <p:spPr>
          <a:xfrm>
            <a:off x="2434990" y="563513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07F1C62-1F69-4661-8C50-B2246908B3FA}"/>
              </a:ext>
            </a:extLst>
          </p:cNvPr>
          <p:cNvSpPr/>
          <p:nvPr/>
        </p:nvSpPr>
        <p:spPr>
          <a:xfrm>
            <a:off x="2434989" y="538183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9D287CA-A732-48C5-A2B9-84BB2E88B401}"/>
              </a:ext>
            </a:extLst>
          </p:cNvPr>
          <p:cNvSpPr/>
          <p:nvPr/>
        </p:nvSpPr>
        <p:spPr>
          <a:xfrm>
            <a:off x="2679238" y="616929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AC10BD9-6144-4B32-A86E-0D2352D254AD}"/>
              </a:ext>
            </a:extLst>
          </p:cNvPr>
          <p:cNvSpPr/>
          <p:nvPr/>
        </p:nvSpPr>
        <p:spPr>
          <a:xfrm>
            <a:off x="2876547" y="596086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A537DB8-7D4B-4939-B65B-77F25F7ABD87}"/>
              </a:ext>
            </a:extLst>
          </p:cNvPr>
          <p:cNvSpPr/>
          <p:nvPr/>
        </p:nvSpPr>
        <p:spPr>
          <a:xfrm>
            <a:off x="2671474" y="597993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854D98B-6FEE-4A81-A4C6-917B5F47D86E}"/>
              </a:ext>
            </a:extLst>
          </p:cNvPr>
          <p:cNvSpPr/>
          <p:nvPr/>
        </p:nvSpPr>
        <p:spPr>
          <a:xfrm>
            <a:off x="6219807" y="573106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D7C74C-55ED-47A9-85E4-B3E67F18BC55}"/>
              </a:ext>
            </a:extLst>
          </p:cNvPr>
          <p:cNvSpPr/>
          <p:nvPr/>
        </p:nvSpPr>
        <p:spPr>
          <a:xfrm>
            <a:off x="5923005" y="6160407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4CB3A8F-800E-43BB-800D-7506202A9E53}"/>
              </a:ext>
            </a:extLst>
          </p:cNvPr>
          <p:cNvSpPr/>
          <p:nvPr/>
        </p:nvSpPr>
        <p:spPr>
          <a:xfrm>
            <a:off x="5505763" y="6160407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3B8CF1A-8866-44B8-B96A-829FA8AC9BB9}"/>
              </a:ext>
            </a:extLst>
          </p:cNvPr>
          <p:cNvSpPr/>
          <p:nvPr/>
        </p:nvSpPr>
        <p:spPr>
          <a:xfrm>
            <a:off x="5411174" y="570933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D1F52B8-7053-43CE-9D7D-A442611E0947}"/>
              </a:ext>
            </a:extLst>
          </p:cNvPr>
          <p:cNvSpPr/>
          <p:nvPr/>
        </p:nvSpPr>
        <p:spPr>
          <a:xfrm>
            <a:off x="5139533" y="6160407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2AD6BF7-796F-4BDA-B893-C1361E749CDB}"/>
              </a:ext>
            </a:extLst>
          </p:cNvPr>
          <p:cNvSpPr/>
          <p:nvPr/>
        </p:nvSpPr>
        <p:spPr>
          <a:xfrm>
            <a:off x="4391419" y="595374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0A949B8-7206-48B3-84E7-2CA31099B334}"/>
              </a:ext>
            </a:extLst>
          </p:cNvPr>
          <p:cNvSpPr/>
          <p:nvPr/>
        </p:nvSpPr>
        <p:spPr>
          <a:xfrm>
            <a:off x="3882382" y="6175562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C15A33D-5A9B-489F-8541-2A84F2167644}"/>
              </a:ext>
            </a:extLst>
          </p:cNvPr>
          <p:cNvSpPr/>
          <p:nvPr/>
        </p:nvSpPr>
        <p:spPr>
          <a:xfrm>
            <a:off x="3894773" y="5971077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947AF50-ACBF-4716-8479-B56D058093B2}"/>
              </a:ext>
            </a:extLst>
          </p:cNvPr>
          <p:cNvCxnSpPr>
            <a:stCxn id="23" idx="0"/>
          </p:cNvCxnSpPr>
          <p:nvPr/>
        </p:nvCxnSpPr>
        <p:spPr>
          <a:xfrm flipH="1" flipV="1">
            <a:off x="1155032" y="5121901"/>
            <a:ext cx="5151273" cy="609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418F507-7AAB-40EA-A189-D02BC81D240F}"/>
              </a:ext>
            </a:extLst>
          </p:cNvPr>
          <p:cNvCxnSpPr>
            <a:cxnSpLocks/>
          </p:cNvCxnSpPr>
          <p:nvPr/>
        </p:nvCxnSpPr>
        <p:spPr>
          <a:xfrm flipH="1" flipV="1">
            <a:off x="1263316" y="5161309"/>
            <a:ext cx="4147859" cy="637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EF4E9B8-BED0-45AD-AD11-4F5BB77AAC01}"/>
              </a:ext>
            </a:extLst>
          </p:cNvPr>
          <p:cNvCxnSpPr>
            <a:cxnSpLocks/>
          </p:cNvCxnSpPr>
          <p:nvPr/>
        </p:nvCxnSpPr>
        <p:spPr>
          <a:xfrm flipH="1" flipV="1">
            <a:off x="1317658" y="5130639"/>
            <a:ext cx="4664086" cy="1133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24ACF73-88DE-4D6A-B4DC-7C44DF64A592}"/>
              </a:ext>
            </a:extLst>
          </p:cNvPr>
          <p:cNvCxnSpPr>
            <a:cxnSpLocks/>
          </p:cNvCxnSpPr>
          <p:nvPr/>
        </p:nvCxnSpPr>
        <p:spPr>
          <a:xfrm flipH="1" flipV="1">
            <a:off x="1203402" y="5161309"/>
            <a:ext cx="4432049" cy="1122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A677C9F-995E-4D31-AA72-EDC62E76AE28}"/>
              </a:ext>
            </a:extLst>
          </p:cNvPr>
          <p:cNvCxnSpPr>
            <a:cxnSpLocks/>
          </p:cNvCxnSpPr>
          <p:nvPr/>
        </p:nvCxnSpPr>
        <p:spPr>
          <a:xfrm flipH="1" flipV="1">
            <a:off x="1260996" y="5155081"/>
            <a:ext cx="3964308" cy="11359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6C8F089-FA50-48DB-9718-B7FF42E20AFD}"/>
              </a:ext>
            </a:extLst>
          </p:cNvPr>
          <p:cNvCxnSpPr>
            <a:cxnSpLocks/>
          </p:cNvCxnSpPr>
          <p:nvPr/>
        </p:nvCxnSpPr>
        <p:spPr>
          <a:xfrm flipH="1" flipV="1">
            <a:off x="1260995" y="5218725"/>
            <a:ext cx="3141211" cy="803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8D4EBBC-1FD6-4EE6-A009-D0DFD0131F51}"/>
              </a:ext>
            </a:extLst>
          </p:cNvPr>
          <p:cNvCxnSpPr>
            <a:cxnSpLocks/>
          </p:cNvCxnSpPr>
          <p:nvPr/>
        </p:nvCxnSpPr>
        <p:spPr>
          <a:xfrm flipH="1" flipV="1">
            <a:off x="1369872" y="5196199"/>
            <a:ext cx="2631560" cy="847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59E2872-9319-4FBF-8F7F-B000C6C9493D}"/>
              </a:ext>
            </a:extLst>
          </p:cNvPr>
          <p:cNvCxnSpPr>
            <a:cxnSpLocks/>
          </p:cNvCxnSpPr>
          <p:nvPr/>
        </p:nvCxnSpPr>
        <p:spPr>
          <a:xfrm flipH="1" flipV="1">
            <a:off x="1230434" y="5217461"/>
            <a:ext cx="2742837" cy="10862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83AC4DA-15EF-4510-8E5B-A7E4917D100D}"/>
              </a:ext>
            </a:extLst>
          </p:cNvPr>
          <p:cNvCxnSpPr>
            <a:cxnSpLocks/>
          </p:cNvCxnSpPr>
          <p:nvPr/>
        </p:nvCxnSpPr>
        <p:spPr>
          <a:xfrm flipH="1" flipV="1">
            <a:off x="1131809" y="5151470"/>
            <a:ext cx="1403708" cy="3423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D3C5F2C-DF3B-4B42-9300-1190C24E5B83}"/>
              </a:ext>
            </a:extLst>
          </p:cNvPr>
          <p:cNvCxnSpPr>
            <a:cxnSpLocks/>
          </p:cNvCxnSpPr>
          <p:nvPr/>
        </p:nvCxnSpPr>
        <p:spPr>
          <a:xfrm flipH="1" flipV="1">
            <a:off x="1326565" y="5248046"/>
            <a:ext cx="1083571" cy="458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4C94415-6BEB-4EC9-AA69-E4805A028B8B}"/>
              </a:ext>
            </a:extLst>
          </p:cNvPr>
          <p:cNvCxnSpPr>
            <a:cxnSpLocks/>
          </p:cNvCxnSpPr>
          <p:nvPr/>
        </p:nvCxnSpPr>
        <p:spPr>
          <a:xfrm flipH="1" flipV="1">
            <a:off x="1260994" y="5241818"/>
            <a:ext cx="1035278" cy="4844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BA49994-0DBB-4B6D-9B4B-67584F66A7D7}"/>
              </a:ext>
            </a:extLst>
          </p:cNvPr>
          <p:cNvCxnSpPr>
            <a:cxnSpLocks/>
          </p:cNvCxnSpPr>
          <p:nvPr/>
        </p:nvCxnSpPr>
        <p:spPr>
          <a:xfrm flipH="1" flipV="1">
            <a:off x="1401931" y="5326995"/>
            <a:ext cx="1563723" cy="743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10DA6EF-A4E5-426B-8DA3-33593573157D}"/>
              </a:ext>
            </a:extLst>
          </p:cNvPr>
          <p:cNvCxnSpPr>
            <a:cxnSpLocks/>
          </p:cNvCxnSpPr>
          <p:nvPr/>
        </p:nvCxnSpPr>
        <p:spPr>
          <a:xfrm flipH="1" flipV="1">
            <a:off x="1314707" y="5218725"/>
            <a:ext cx="1442809" cy="848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D3D73FB-085A-48FD-985C-09B8E12F2213}"/>
              </a:ext>
            </a:extLst>
          </p:cNvPr>
          <p:cNvCxnSpPr>
            <a:cxnSpLocks/>
          </p:cNvCxnSpPr>
          <p:nvPr/>
        </p:nvCxnSpPr>
        <p:spPr>
          <a:xfrm flipH="1" flipV="1">
            <a:off x="1290969" y="5255705"/>
            <a:ext cx="1210316" cy="807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4C0AB8E-8110-4343-8702-3F9D96882592}"/>
              </a:ext>
            </a:extLst>
          </p:cNvPr>
          <p:cNvCxnSpPr>
            <a:cxnSpLocks/>
          </p:cNvCxnSpPr>
          <p:nvPr/>
        </p:nvCxnSpPr>
        <p:spPr>
          <a:xfrm flipH="1" flipV="1">
            <a:off x="1254739" y="5252189"/>
            <a:ext cx="1483735" cy="10354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FE30E5B-3B34-4B4D-8D89-A77FF887A137}"/>
              </a:ext>
            </a:extLst>
          </p:cNvPr>
          <p:cNvCxnSpPr>
            <a:cxnSpLocks/>
          </p:cNvCxnSpPr>
          <p:nvPr/>
        </p:nvCxnSpPr>
        <p:spPr>
          <a:xfrm flipH="1" flipV="1">
            <a:off x="1254738" y="5265228"/>
            <a:ext cx="1215218" cy="958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CA70BC3-FF3C-42C9-A53E-C836A146B4DA}"/>
              </a:ext>
            </a:extLst>
          </p:cNvPr>
          <p:cNvCxnSpPr>
            <a:cxnSpLocks/>
          </p:cNvCxnSpPr>
          <p:nvPr/>
        </p:nvCxnSpPr>
        <p:spPr>
          <a:xfrm flipH="1" flipV="1">
            <a:off x="1298404" y="5255389"/>
            <a:ext cx="650440" cy="647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2BF623A-7321-4B60-BBAA-4CBC75FFE91A}"/>
              </a:ext>
            </a:extLst>
          </p:cNvPr>
          <p:cNvCxnSpPr>
            <a:cxnSpLocks/>
          </p:cNvCxnSpPr>
          <p:nvPr/>
        </p:nvCxnSpPr>
        <p:spPr>
          <a:xfrm flipH="1" flipV="1">
            <a:off x="1226509" y="5280145"/>
            <a:ext cx="996771" cy="956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394E5EA-6743-4D5D-B38A-7A7E20D442B2}"/>
              </a:ext>
            </a:extLst>
          </p:cNvPr>
          <p:cNvCxnSpPr>
            <a:cxnSpLocks/>
          </p:cNvCxnSpPr>
          <p:nvPr/>
        </p:nvCxnSpPr>
        <p:spPr>
          <a:xfrm flipH="1" flipV="1">
            <a:off x="1290968" y="5200946"/>
            <a:ext cx="712630" cy="1103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5282455-FF3E-45B4-93AD-45F2228C2835}"/>
              </a:ext>
            </a:extLst>
          </p:cNvPr>
          <p:cNvCxnSpPr>
            <a:cxnSpLocks/>
          </p:cNvCxnSpPr>
          <p:nvPr/>
        </p:nvCxnSpPr>
        <p:spPr>
          <a:xfrm flipH="1" flipV="1">
            <a:off x="1320695" y="5264176"/>
            <a:ext cx="365628" cy="10005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6F4A96F-D54E-402E-84C8-D3D4E39118B9}"/>
              </a:ext>
            </a:extLst>
          </p:cNvPr>
          <p:cNvCxnSpPr>
            <a:cxnSpLocks/>
          </p:cNvCxnSpPr>
          <p:nvPr/>
        </p:nvCxnSpPr>
        <p:spPr>
          <a:xfrm flipH="1" flipV="1">
            <a:off x="1260229" y="5281232"/>
            <a:ext cx="205667" cy="10043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1F93843-F3F6-4813-A0D8-31EF84BC1885}"/>
              </a:ext>
            </a:extLst>
          </p:cNvPr>
          <p:cNvCxnSpPr>
            <a:cxnSpLocks/>
          </p:cNvCxnSpPr>
          <p:nvPr/>
        </p:nvCxnSpPr>
        <p:spPr>
          <a:xfrm flipH="1" flipV="1">
            <a:off x="1213960" y="5195256"/>
            <a:ext cx="235881" cy="580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51266C21-F0FE-45EF-B88A-9D1EDF136714}"/>
              </a:ext>
            </a:extLst>
          </p:cNvPr>
          <p:cNvSpPr txBox="1"/>
          <p:nvPr/>
        </p:nvSpPr>
        <p:spPr>
          <a:xfrm>
            <a:off x="1167325" y="6293606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60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5C3989A-EEE7-4F75-8242-8FD86C00836C}"/>
              </a:ext>
            </a:extLst>
          </p:cNvPr>
          <p:cNvSpPr txBox="1"/>
          <p:nvPr/>
        </p:nvSpPr>
        <p:spPr>
          <a:xfrm>
            <a:off x="1079001" y="5570497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61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1F8AA0E-9835-4937-84A3-883F8ADD2FBA}"/>
              </a:ext>
            </a:extLst>
          </p:cNvPr>
          <p:cNvSpPr txBox="1"/>
          <p:nvPr/>
        </p:nvSpPr>
        <p:spPr>
          <a:xfrm>
            <a:off x="1068615" y="5317576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62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F84BDCA-419F-479F-8DC1-5158FBB1B721}"/>
              </a:ext>
            </a:extLst>
          </p:cNvPr>
          <p:cNvSpPr txBox="1"/>
          <p:nvPr/>
        </p:nvSpPr>
        <p:spPr>
          <a:xfrm>
            <a:off x="1475428" y="6290331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63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3BDA857-C758-43F4-AECD-134F627295B5}"/>
              </a:ext>
            </a:extLst>
          </p:cNvPr>
          <p:cNvSpPr txBox="1"/>
          <p:nvPr/>
        </p:nvSpPr>
        <p:spPr>
          <a:xfrm>
            <a:off x="1762818" y="6288044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64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A06D4E8-AE92-4A7D-A154-DB8FEC87B16B}"/>
              </a:ext>
            </a:extLst>
          </p:cNvPr>
          <p:cNvSpPr txBox="1"/>
          <p:nvPr/>
        </p:nvSpPr>
        <p:spPr>
          <a:xfrm>
            <a:off x="1770698" y="5561752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65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1749BFE-D7C5-42C0-9B59-7B8EC0DCDD61}"/>
              </a:ext>
            </a:extLst>
          </p:cNvPr>
          <p:cNvSpPr txBox="1"/>
          <p:nvPr/>
        </p:nvSpPr>
        <p:spPr>
          <a:xfrm>
            <a:off x="2059773" y="5418527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66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297FD48-E3E7-433E-8AD8-585247D6257C}"/>
              </a:ext>
            </a:extLst>
          </p:cNvPr>
          <p:cNvSpPr txBox="1"/>
          <p:nvPr/>
        </p:nvSpPr>
        <p:spPr>
          <a:xfrm>
            <a:off x="2056393" y="6283410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B618F5E-0029-4221-892B-EDDE839049EE}"/>
              </a:ext>
            </a:extLst>
          </p:cNvPr>
          <p:cNvSpPr txBox="1"/>
          <p:nvPr/>
        </p:nvSpPr>
        <p:spPr>
          <a:xfrm>
            <a:off x="2329065" y="6304955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68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C02E294-5619-4DE4-B8FA-AEABEBAA3A7D}"/>
              </a:ext>
            </a:extLst>
          </p:cNvPr>
          <p:cNvSpPr txBox="1"/>
          <p:nvPr/>
        </p:nvSpPr>
        <p:spPr>
          <a:xfrm>
            <a:off x="2184079" y="5847379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69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419FCE0-105C-4D36-AF49-D27F962BA80C}"/>
              </a:ext>
            </a:extLst>
          </p:cNvPr>
          <p:cNvSpPr txBox="1"/>
          <p:nvPr/>
        </p:nvSpPr>
        <p:spPr>
          <a:xfrm>
            <a:off x="2457111" y="5527827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70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E60EFC1-5E81-4784-B6CF-CC6D3F1D980E}"/>
              </a:ext>
            </a:extLst>
          </p:cNvPr>
          <p:cNvSpPr txBox="1"/>
          <p:nvPr/>
        </p:nvSpPr>
        <p:spPr>
          <a:xfrm>
            <a:off x="2477017" y="5258919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71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797F242-9250-4FF8-9FE4-3D3B6B67FDA9}"/>
              </a:ext>
            </a:extLst>
          </p:cNvPr>
          <p:cNvSpPr txBox="1"/>
          <p:nvPr/>
        </p:nvSpPr>
        <p:spPr>
          <a:xfrm>
            <a:off x="2630349" y="6280559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72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7A57940-40AD-4C0C-9FDB-8AFB34700177}"/>
              </a:ext>
            </a:extLst>
          </p:cNvPr>
          <p:cNvSpPr txBox="1"/>
          <p:nvPr/>
        </p:nvSpPr>
        <p:spPr>
          <a:xfrm>
            <a:off x="2565193" y="5747482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74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9DCDAFA-8B2A-4104-9ADE-CEB56901A37F}"/>
              </a:ext>
            </a:extLst>
          </p:cNvPr>
          <p:cNvSpPr txBox="1"/>
          <p:nvPr/>
        </p:nvSpPr>
        <p:spPr>
          <a:xfrm>
            <a:off x="2923516" y="5864528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73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AA1F5B4-B724-4A3E-9916-BB49BEF0B980}"/>
              </a:ext>
            </a:extLst>
          </p:cNvPr>
          <p:cNvSpPr txBox="1"/>
          <p:nvPr/>
        </p:nvSpPr>
        <p:spPr>
          <a:xfrm>
            <a:off x="6291441" y="5610602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75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A2AA2BC-8DD7-4F6F-BA3F-241FAECFC279}"/>
              </a:ext>
            </a:extLst>
          </p:cNvPr>
          <p:cNvSpPr txBox="1"/>
          <p:nvPr/>
        </p:nvSpPr>
        <p:spPr>
          <a:xfrm>
            <a:off x="5843792" y="6272514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76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BFDADB6-3EE4-4A8D-8306-D3A6337AB3D9}"/>
              </a:ext>
            </a:extLst>
          </p:cNvPr>
          <p:cNvSpPr txBox="1"/>
          <p:nvPr/>
        </p:nvSpPr>
        <p:spPr>
          <a:xfrm>
            <a:off x="5387715" y="6292593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77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D10A871-950A-4A51-A1FC-661DEA951274}"/>
              </a:ext>
            </a:extLst>
          </p:cNvPr>
          <p:cNvSpPr txBox="1"/>
          <p:nvPr/>
        </p:nvSpPr>
        <p:spPr>
          <a:xfrm>
            <a:off x="5287254" y="5421075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78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4849FC8-38A0-4C8B-9E34-F9EBC1FB07EF}"/>
              </a:ext>
            </a:extLst>
          </p:cNvPr>
          <p:cNvSpPr txBox="1"/>
          <p:nvPr/>
        </p:nvSpPr>
        <p:spPr>
          <a:xfrm>
            <a:off x="5004601" y="6295450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79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274EE86-867C-407B-AC37-1529CFD885BD}"/>
              </a:ext>
            </a:extLst>
          </p:cNvPr>
          <p:cNvSpPr txBox="1"/>
          <p:nvPr/>
        </p:nvSpPr>
        <p:spPr>
          <a:xfrm>
            <a:off x="4271766" y="5706272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80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C2A05BC-F20E-47F0-B90A-EE39D9AF5B00}"/>
              </a:ext>
            </a:extLst>
          </p:cNvPr>
          <p:cNvSpPr txBox="1"/>
          <p:nvPr/>
        </p:nvSpPr>
        <p:spPr>
          <a:xfrm>
            <a:off x="3731233" y="6318815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81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49014BD-097A-42A0-B0F2-906F1D32AD72}"/>
              </a:ext>
            </a:extLst>
          </p:cNvPr>
          <p:cNvSpPr txBox="1"/>
          <p:nvPr/>
        </p:nvSpPr>
        <p:spPr>
          <a:xfrm>
            <a:off x="3744324" y="5656815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82</a:t>
            </a:r>
          </a:p>
        </p:txBody>
      </p:sp>
    </p:spTree>
    <p:extLst>
      <p:ext uri="{BB962C8B-B14F-4D97-AF65-F5344CB8AC3E}">
        <p14:creationId xmlns:p14="http://schemas.microsoft.com/office/powerpoint/2010/main" val="573626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6B6D2-14ED-41C5-9794-C8341B775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2874" y="353093"/>
            <a:ext cx="4239126" cy="1325563"/>
          </a:xfrm>
        </p:spPr>
        <p:txBody>
          <a:bodyPr/>
          <a:lstStyle/>
          <a:p>
            <a:r>
              <a:rPr lang="en-NZ" dirty="0"/>
              <a:t>Level 4 11-09-19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37DD12-FB69-42ED-8EBB-80E7AC03D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1" y="1171465"/>
            <a:ext cx="11065565" cy="5691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EE76EC-4D26-4498-87FF-2F57A007B9BC}"/>
              </a:ext>
            </a:extLst>
          </p:cNvPr>
          <p:cNvSpPr txBox="1"/>
          <p:nvPr/>
        </p:nvSpPr>
        <p:spPr>
          <a:xfrm>
            <a:off x="244923" y="4465933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0D7DF7-595A-4938-A80C-CE5B37DDDD68}"/>
              </a:ext>
            </a:extLst>
          </p:cNvPr>
          <p:cNvSpPr txBox="1"/>
          <p:nvPr/>
        </p:nvSpPr>
        <p:spPr>
          <a:xfrm>
            <a:off x="9944384" y="2566827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B96741B-EA46-4063-AEDA-FB26CA5F81D7}"/>
              </a:ext>
            </a:extLst>
          </p:cNvPr>
          <p:cNvSpPr/>
          <p:nvPr/>
        </p:nvSpPr>
        <p:spPr>
          <a:xfrm>
            <a:off x="3415241" y="1593800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6A1262D-1C66-40A8-943E-F376A11AD985}"/>
              </a:ext>
            </a:extLst>
          </p:cNvPr>
          <p:cNvSpPr/>
          <p:nvPr/>
        </p:nvSpPr>
        <p:spPr>
          <a:xfrm>
            <a:off x="2316357" y="258178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372258F-8A1C-445A-A11D-3FE87FC77CD7}"/>
              </a:ext>
            </a:extLst>
          </p:cNvPr>
          <p:cNvCxnSpPr>
            <a:stCxn id="7" idx="2"/>
          </p:cNvCxnSpPr>
          <p:nvPr/>
        </p:nvCxnSpPr>
        <p:spPr>
          <a:xfrm flipH="1">
            <a:off x="1126436" y="1678656"/>
            <a:ext cx="2288805" cy="2568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0A61B5F-01ED-45CA-BDE5-5CDBDBE0A94B}"/>
              </a:ext>
            </a:extLst>
          </p:cNvPr>
          <p:cNvCxnSpPr>
            <a:cxnSpLocks/>
          </p:cNvCxnSpPr>
          <p:nvPr/>
        </p:nvCxnSpPr>
        <p:spPr>
          <a:xfrm flipH="1">
            <a:off x="1189921" y="2680042"/>
            <a:ext cx="1212934" cy="1426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E72227C-610D-4516-A577-3DFF2E1B50FA}"/>
              </a:ext>
            </a:extLst>
          </p:cNvPr>
          <p:cNvSpPr txBox="1"/>
          <p:nvPr/>
        </p:nvSpPr>
        <p:spPr>
          <a:xfrm>
            <a:off x="2185997" y="2347985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83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D0F0D0-085C-4C17-813A-C4D7C318F18A}"/>
              </a:ext>
            </a:extLst>
          </p:cNvPr>
          <p:cNvSpPr txBox="1"/>
          <p:nvPr/>
        </p:nvSpPr>
        <p:spPr>
          <a:xfrm>
            <a:off x="3284882" y="1734231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84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C8815B5-128E-4F15-83ED-7D829D861258}"/>
              </a:ext>
            </a:extLst>
          </p:cNvPr>
          <p:cNvSpPr/>
          <p:nvPr/>
        </p:nvSpPr>
        <p:spPr>
          <a:xfrm>
            <a:off x="2013002" y="568146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B5D5AF-7495-410F-B2A0-0DCB8B56F2F3}"/>
              </a:ext>
            </a:extLst>
          </p:cNvPr>
          <p:cNvSpPr txBox="1"/>
          <p:nvPr/>
        </p:nvSpPr>
        <p:spPr>
          <a:xfrm>
            <a:off x="1882643" y="5328597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85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C2FB250-429F-49FA-96A9-8BA5B53682C9}"/>
              </a:ext>
            </a:extLst>
          </p:cNvPr>
          <p:cNvCxnSpPr>
            <a:cxnSpLocks/>
            <a:stCxn id="15" idx="3"/>
          </p:cNvCxnSpPr>
          <p:nvPr/>
        </p:nvCxnSpPr>
        <p:spPr>
          <a:xfrm flipH="1" flipV="1">
            <a:off x="1189921" y="4247147"/>
            <a:ext cx="848416" cy="1579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0A45D089-C358-446B-9C0B-9F7BA0F75E79}"/>
              </a:ext>
            </a:extLst>
          </p:cNvPr>
          <p:cNvSpPr/>
          <p:nvPr/>
        </p:nvSpPr>
        <p:spPr>
          <a:xfrm>
            <a:off x="9624981" y="156451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11FCF1C-178B-4FD0-957F-55E1E90A0ABE}"/>
              </a:ext>
            </a:extLst>
          </p:cNvPr>
          <p:cNvSpPr/>
          <p:nvPr/>
        </p:nvSpPr>
        <p:spPr>
          <a:xfrm>
            <a:off x="8019332" y="296290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2DE2BF2-7D17-4F93-BB04-7244DD61A176}"/>
              </a:ext>
            </a:extLst>
          </p:cNvPr>
          <p:cNvSpPr/>
          <p:nvPr/>
        </p:nvSpPr>
        <p:spPr>
          <a:xfrm>
            <a:off x="6826438" y="156451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DB4EAD-AB8E-4081-B721-1420CB213531}"/>
              </a:ext>
            </a:extLst>
          </p:cNvPr>
          <p:cNvSpPr txBox="1"/>
          <p:nvPr/>
        </p:nvSpPr>
        <p:spPr>
          <a:xfrm>
            <a:off x="9530451" y="1701741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86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64F4E0-BD00-41F5-BAD8-9F2944980CEB}"/>
              </a:ext>
            </a:extLst>
          </p:cNvPr>
          <p:cNvSpPr txBox="1"/>
          <p:nvPr/>
        </p:nvSpPr>
        <p:spPr>
          <a:xfrm>
            <a:off x="6716426" y="1678656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88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377CFD-E0B9-4F0C-A760-86629CD81804}"/>
              </a:ext>
            </a:extLst>
          </p:cNvPr>
          <p:cNvSpPr txBox="1"/>
          <p:nvPr/>
        </p:nvSpPr>
        <p:spPr>
          <a:xfrm>
            <a:off x="7888972" y="3059668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87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5F463E5-B237-418E-B171-9D063C221797}"/>
              </a:ext>
            </a:extLst>
          </p:cNvPr>
          <p:cNvCxnSpPr>
            <a:cxnSpLocks/>
          </p:cNvCxnSpPr>
          <p:nvPr/>
        </p:nvCxnSpPr>
        <p:spPr>
          <a:xfrm>
            <a:off x="6842742" y="1649375"/>
            <a:ext cx="3032901" cy="1410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BA2AF6F-0C70-46F9-AA89-E707993FFB46}"/>
              </a:ext>
            </a:extLst>
          </p:cNvPr>
          <p:cNvCxnSpPr>
            <a:cxnSpLocks/>
          </p:cNvCxnSpPr>
          <p:nvPr/>
        </p:nvCxnSpPr>
        <p:spPr>
          <a:xfrm flipV="1">
            <a:off x="7950338" y="3088949"/>
            <a:ext cx="1847638" cy="56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31DDC20-A216-4061-A254-F549FC002A01}"/>
              </a:ext>
            </a:extLst>
          </p:cNvPr>
          <p:cNvCxnSpPr>
            <a:cxnSpLocks/>
          </p:cNvCxnSpPr>
          <p:nvPr/>
        </p:nvCxnSpPr>
        <p:spPr>
          <a:xfrm>
            <a:off x="9711478" y="1649375"/>
            <a:ext cx="0" cy="1410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49EEB737-DFEE-47C7-8F94-EEE9E3E69A30}"/>
              </a:ext>
            </a:extLst>
          </p:cNvPr>
          <p:cNvSpPr/>
          <p:nvPr/>
        </p:nvSpPr>
        <p:spPr>
          <a:xfrm>
            <a:off x="9558531" y="570998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EFEF1E0-EFFC-4C35-B619-5FFD691690F0}"/>
              </a:ext>
            </a:extLst>
          </p:cNvPr>
          <p:cNvSpPr/>
          <p:nvPr/>
        </p:nvSpPr>
        <p:spPr>
          <a:xfrm>
            <a:off x="9073257" y="5714446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6A2C56E-98F7-42AB-A6F1-0FC1B1A01F6B}"/>
              </a:ext>
            </a:extLst>
          </p:cNvPr>
          <p:cNvSpPr/>
          <p:nvPr/>
        </p:nvSpPr>
        <p:spPr>
          <a:xfrm>
            <a:off x="8019072" y="4805360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52F4C64-CBFF-4656-B676-C56245F3DF12}"/>
              </a:ext>
            </a:extLst>
          </p:cNvPr>
          <p:cNvSpPr/>
          <p:nvPr/>
        </p:nvSpPr>
        <p:spPr>
          <a:xfrm>
            <a:off x="7802474" y="569180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D3449F3-B4F0-4547-98D3-A08746E92528}"/>
              </a:ext>
            </a:extLst>
          </p:cNvPr>
          <p:cNvSpPr/>
          <p:nvPr/>
        </p:nvSpPr>
        <p:spPr>
          <a:xfrm>
            <a:off x="8019072" y="569180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C622C49-6DCC-4D54-A5F2-8B06688D86AD}"/>
              </a:ext>
            </a:extLst>
          </p:cNvPr>
          <p:cNvSpPr txBox="1"/>
          <p:nvPr/>
        </p:nvSpPr>
        <p:spPr>
          <a:xfrm>
            <a:off x="9427142" y="5439938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93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820EEFE-39EC-4EAA-9734-9281EBBB4679}"/>
              </a:ext>
            </a:extLst>
          </p:cNvPr>
          <p:cNvSpPr txBox="1"/>
          <p:nvPr/>
        </p:nvSpPr>
        <p:spPr>
          <a:xfrm>
            <a:off x="8927734" y="5425509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9040967-906F-4A66-9CC9-D125F283A7B5}"/>
              </a:ext>
            </a:extLst>
          </p:cNvPr>
          <p:cNvSpPr txBox="1"/>
          <p:nvPr/>
        </p:nvSpPr>
        <p:spPr>
          <a:xfrm>
            <a:off x="7874656" y="4899137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90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CAD593E-58E0-4B7F-B1DD-DBEE24406F46}"/>
              </a:ext>
            </a:extLst>
          </p:cNvPr>
          <p:cNvSpPr txBox="1"/>
          <p:nvPr/>
        </p:nvSpPr>
        <p:spPr>
          <a:xfrm>
            <a:off x="7939949" y="5425509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91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8EC4B3-1E1E-4AF1-85C4-F5A272B8B598}"/>
              </a:ext>
            </a:extLst>
          </p:cNvPr>
          <p:cNvSpPr txBox="1"/>
          <p:nvPr/>
        </p:nvSpPr>
        <p:spPr>
          <a:xfrm>
            <a:off x="7552511" y="5425509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92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93CAED9-57F0-4531-863F-59DA3555C646}"/>
              </a:ext>
            </a:extLst>
          </p:cNvPr>
          <p:cNvCxnSpPr>
            <a:stCxn id="34" idx="6"/>
          </p:cNvCxnSpPr>
          <p:nvPr/>
        </p:nvCxnSpPr>
        <p:spPr>
          <a:xfrm flipV="1">
            <a:off x="8192067" y="3144524"/>
            <a:ext cx="1554878" cy="1745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26E2AC3-9507-4AF2-BFA7-0E6BE486892E}"/>
              </a:ext>
            </a:extLst>
          </p:cNvPr>
          <p:cNvCxnSpPr>
            <a:cxnSpLocks/>
          </p:cNvCxnSpPr>
          <p:nvPr/>
        </p:nvCxnSpPr>
        <p:spPr>
          <a:xfrm flipV="1">
            <a:off x="8176648" y="3043075"/>
            <a:ext cx="1664164" cy="2648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F066E04-05AC-426D-B333-DBC3D0EC9CCD}"/>
              </a:ext>
            </a:extLst>
          </p:cNvPr>
          <p:cNvCxnSpPr>
            <a:cxnSpLocks/>
          </p:cNvCxnSpPr>
          <p:nvPr/>
        </p:nvCxnSpPr>
        <p:spPr>
          <a:xfrm flipV="1">
            <a:off x="7922041" y="3116999"/>
            <a:ext cx="1870851" cy="2654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C8AAF95-7DEE-427B-A37D-37547225373B}"/>
              </a:ext>
            </a:extLst>
          </p:cNvPr>
          <p:cNvCxnSpPr>
            <a:cxnSpLocks/>
          </p:cNvCxnSpPr>
          <p:nvPr/>
        </p:nvCxnSpPr>
        <p:spPr>
          <a:xfrm flipV="1">
            <a:off x="9173652" y="3139842"/>
            <a:ext cx="682579" cy="26879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66ED55A-AFAE-4F06-90F9-6C775F1B7DD8}"/>
              </a:ext>
            </a:extLst>
          </p:cNvPr>
          <p:cNvCxnSpPr>
            <a:cxnSpLocks/>
          </p:cNvCxnSpPr>
          <p:nvPr/>
        </p:nvCxnSpPr>
        <p:spPr>
          <a:xfrm flipV="1">
            <a:off x="9695831" y="3098468"/>
            <a:ext cx="140664" cy="26506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4291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5BF09-B363-4F38-AECA-671B31C8B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5168" y="397072"/>
            <a:ext cx="4126832" cy="994443"/>
          </a:xfrm>
        </p:spPr>
        <p:txBody>
          <a:bodyPr/>
          <a:lstStyle/>
          <a:p>
            <a:r>
              <a:rPr lang="en-NZ" dirty="0"/>
              <a:t>Level 5 11-09-19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D49CC66E-B6E7-4415-ACA1-C2A3EC0418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1139687"/>
            <a:ext cx="11661913" cy="55619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667CBB-C1AA-4900-BA82-DFD3E95285AF}"/>
              </a:ext>
            </a:extLst>
          </p:cNvPr>
          <p:cNvSpPr txBox="1"/>
          <p:nvPr/>
        </p:nvSpPr>
        <p:spPr>
          <a:xfrm>
            <a:off x="79505" y="4677358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34E2B3-AED6-439D-A66E-C5B1093DAC4E}"/>
              </a:ext>
            </a:extLst>
          </p:cNvPr>
          <p:cNvSpPr txBox="1"/>
          <p:nvPr/>
        </p:nvSpPr>
        <p:spPr>
          <a:xfrm>
            <a:off x="10507969" y="2661850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D77B39E-0D8A-4774-BE6D-3706C03789B7}"/>
              </a:ext>
            </a:extLst>
          </p:cNvPr>
          <p:cNvSpPr/>
          <p:nvPr/>
        </p:nvSpPr>
        <p:spPr>
          <a:xfrm>
            <a:off x="1808465" y="249213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EFB7862-28C0-4522-95D5-4A82E5B942AC}"/>
              </a:ext>
            </a:extLst>
          </p:cNvPr>
          <p:cNvSpPr/>
          <p:nvPr/>
        </p:nvSpPr>
        <p:spPr>
          <a:xfrm>
            <a:off x="1154749" y="154966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3CD5622-87BA-47BF-9BE7-0742E3C35E35}"/>
              </a:ext>
            </a:extLst>
          </p:cNvPr>
          <p:cNvSpPr/>
          <p:nvPr/>
        </p:nvSpPr>
        <p:spPr>
          <a:xfrm>
            <a:off x="3994202" y="154966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F474D28-F076-4649-A6E7-5C4EBA7F8AFC}"/>
              </a:ext>
            </a:extLst>
          </p:cNvPr>
          <p:cNvSpPr/>
          <p:nvPr/>
        </p:nvSpPr>
        <p:spPr>
          <a:xfrm>
            <a:off x="4771753" y="156119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74A021-E038-41D3-B43E-7F8C33FBFC76}"/>
              </a:ext>
            </a:extLst>
          </p:cNvPr>
          <p:cNvSpPr/>
          <p:nvPr/>
        </p:nvSpPr>
        <p:spPr>
          <a:xfrm>
            <a:off x="5261037" y="157221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4CBEC23-4D22-4003-B9C0-C43022E7203A}"/>
              </a:ext>
            </a:extLst>
          </p:cNvPr>
          <p:cNvSpPr/>
          <p:nvPr/>
        </p:nvSpPr>
        <p:spPr>
          <a:xfrm>
            <a:off x="5750321" y="157221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1E8121-B581-4B4D-97DA-B9B28DC2D001}"/>
              </a:ext>
            </a:extLst>
          </p:cNvPr>
          <p:cNvSpPr txBox="1"/>
          <p:nvPr/>
        </p:nvSpPr>
        <p:spPr>
          <a:xfrm>
            <a:off x="1678105" y="2207662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94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68DAFE-C248-4A92-B1C3-6F2F4A99B43B}"/>
              </a:ext>
            </a:extLst>
          </p:cNvPr>
          <p:cNvSpPr txBox="1"/>
          <p:nvPr/>
        </p:nvSpPr>
        <p:spPr>
          <a:xfrm>
            <a:off x="1024389" y="1657069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95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A97799-5CFF-49DD-9CA2-F4A3B5FDD1B2}"/>
              </a:ext>
            </a:extLst>
          </p:cNvPr>
          <p:cNvSpPr txBox="1"/>
          <p:nvPr/>
        </p:nvSpPr>
        <p:spPr>
          <a:xfrm>
            <a:off x="3863842" y="1646047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96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ED22CF-562E-41B6-A835-1E51C7662DE0}"/>
              </a:ext>
            </a:extLst>
          </p:cNvPr>
          <p:cNvSpPr txBox="1"/>
          <p:nvPr/>
        </p:nvSpPr>
        <p:spPr>
          <a:xfrm>
            <a:off x="4641387" y="1656833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97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2ED18E-6BF7-4A10-97C2-0741F853E990}"/>
              </a:ext>
            </a:extLst>
          </p:cNvPr>
          <p:cNvSpPr txBox="1"/>
          <p:nvPr/>
        </p:nvSpPr>
        <p:spPr>
          <a:xfrm>
            <a:off x="5130677" y="1663962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6DBD03-EDE4-4829-ABE4-6000DA7537AB}"/>
              </a:ext>
            </a:extLst>
          </p:cNvPr>
          <p:cNvSpPr txBox="1"/>
          <p:nvPr/>
        </p:nvSpPr>
        <p:spPr>
          <a:xfrm>
            <a:off x="5662286" y="1656833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99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1AB129-5B1E-4FBA-87EC-F03C261D1236}"/>
              </a:ext>
            </a:extLst>
          </p:cNvPr>
          <p:cNvSpPr txBox="1"/>
          <p:nvPr/>
        </p:nvSpPr>
        <p:spPr>
          <a:xfrm>
            <a:off x="913495" y="5734453"/>
            <a:ext cx="559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100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20EF86F-3252-452C-92C8-E18EDB20136B}"/>
              </a:ext>
            </a:extLst>
          </p:cNvPr>
          <p:cNvCxnSpPr>
            <a:stCxn id="20" idx="0"/>
          </p:cNvCxnSpPr>
          <p:nvPr/>
        </p:nvCxnSpPr>
        <p:spPr>
          <a:xfrm>
            <a:off x="5879143" y="1656833"/>
            <a:ext cx="4628826" cy="14954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290DD94-E2D1-4096-8E95-69AD6BA425C1}"/>
              </a:ext>
            </a:extLst>
          </p:cNvPr>
          <p:cNvCxnSpPr>
            <a:cxnSpLocks/>
          </p:cNvCxnSpPr>
          <p:nvPr/>
        </p:nvCxnSpPr>
        <p:spPr>
          <a:xfrm>
            <a:off x="5310126" y="1702984"/>
            <a:ext cx="5197843" cy="1449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E787A51-FB0B-4886-B81A-9B92FD1BA191}"/>
              </a:ext>
            </a:extLst>
          </p:cNvPr>
          <p:cNvCxnSpPr>
            <a:cxnSpLocks/>
          </p:cNvCxnSpPr>
          <p:nvPr/>
        </p:nvCxnSpPr>
        <p:spPr>
          <a:xfrm>
            <a:off x="4823024" y="1663707"/>
            <a:ext cx="5684945" cy="1534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D05DDA1-50F0-4075-B87A-1905B526F2C8}"/>
              </a:ext>
            </a:extLst>
          </p:cNvPr>
          <p:cNvCxnSpPr>
            <a:cxnSpLocks/>
          </p:cNvCxnSpPr>
          <p:nvPr/>
        </p:nvCxnSpPr>
        <p:spPr>
          <a:xfrm>
            <a:off x="4099729" y="1694632"/>
            <a:ext cx="6402171" cy="1542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B657FCD-8FC5-4014-BA4D-E68A69F5B55B}"/>
              </a:ext>
            </a:extLst>
          </p:cNvPr>
          <p:cNvCxnSpPr>
            <a:cxnSpLocks/>
          </p:cNvCxnSpPr>
          <p:nvPr/>
        </p:nvCxnSpPr>
        <p:spPr>
          <a:xfrm flipH="1">
            <a:off x="1148680" y="1646047"/>
            <a:ext cx="92566" cy="2925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D988F07-9C16-40B0-A794-66862F112859}"/>
              </a:ext>
            </a:extLst>
          </p:cNvPr>
          <p:cNvCxnSpPr>
            <a:cxnSpLocks/>
          </p:cNvCxnSpPr>
          <p:nvPr/>
        </p:nvCxnSpPr>
        <p:spPr>
          <a:xfrm flipH="1">
            <a:off x="1194963" y="2661850"/>
            <a:ext cx="669537" cy="1910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5C5D4F54-F6F4-4225-9C7B-E2060C7A8A57}"/>
              </a:ext>
            </a:extLst>
          </p:cNvPr>
          <p:cNvSpPr/>
          <p:nvPr/>
        </p:nvSpPr>
        <p:spPr>
          <a:xfrm>
            <a:off x="996280" y="600936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748DC05-5E2E-4222-BFF5-6A08C8FBF7E6}"/>
              </a:ext>
            </a:extLst>
          </p:cNvPr>
          <p:cNvSpPr/>
          <p:nvPr/>
        </p:nvSpPr>
        <p:spPr>
          <a:xfrm>
            <a:off x="2339807" y="600936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58F597E-0924-48BA-9751-DEE40AAD8CD2}"/>
              </a:ext>
            </a:extLst>
          </p:cNvPr>
          <p:cNvSpPr/>
          <p:nvPr/>
        </p:nvSpPr>
        <p:spPr>
          <a:xfrm>
            <a:off x="3448383" y="600936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5732CB9-DF1E-45B6-8F8B-5A723D629FBC}"/>
              </a:ext>
            </a:extLst>
          </p:cNvPr>
          <p:cNvSpPr/>
          <p:nvPr/>
        </p:nvSpPr>
        <p:spPr>
          <a:xfrm>
            <a:off x="4598758" y="600936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45A1D66-046B-48DA-8683-70F930CEEA1D}"/>
              </a:ext>
            </a:extLst>
          </p:cNvPr>
          <p:cNvSpPr/>
          <p:nvPr/>
        </p:nvSpPr>
        <p:spPr>
          <a:xfrm>
            <a:off x="5391396" y="600936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7C405C-5406-4B92-B72F-18A31157CBDA}"/>
              </a:ext>
            </a:extLst>
          </p:cNvPr>
          <p:cNvSpPr txBox="1"/>
          <p:nvPr/>
        </p:nvSpPr>
        <p:spPr>
          <a:xfrm>
            <a:off x="2135335" y="5734453"/>
            <a:ext cx="559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101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B383F5-64AB-49E2-BD6B-DD6AD9F034F4}"/>
              </a:ext>
            </a:extLst>
          </p:cNvPr>
          <p:cNvSpPr txBox="1"/>
          <p:nvPr/>
        </p:nvSpPr>
        <p:spPr>
          <a:xfrm>
            <a:off x="3255326" y="5699777"/>
            <a:ext cx="559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102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2350C16-DFD3-4691-BE6E-321B2CE3D35B}"/>
              </a:ext>
            </a:extLst>
          </p:cNvPr>
          <p:cNvSpPr txBox="1"/>
          <p:nvPr/>
        </p:nvSpPr>
        <p:spPr>
          <a:xfrm>
            <a:off x="4380236" y="5701196"/>
            <a:ext cx="559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103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BA98ACD-E1A5-459B-9757-D095BC3E79C4}"/>
              </a:ext>
            </a:extLst>
          </p:cNvPr>
          <p:cNvSpPr txBox="1"/>
          <p:nvPr/>
        </p:nvSpPr>
        <p:spPr>
          <a:xfrm>
            <a:off x="5173816" y="5735454"/>
            <a:ext cx="559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104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1BFB554-3F33-4D4C-B66E-1D456FAA0065}"/>
              </a:ext>
            </a:extLst>
          </p:cNvPr>
          <p:cNvCxnSpPr>
            <a:stCxn id="34" idx="0"/>
          </p:cNvCxnSpPr>
          <p:nvPr/>
        </p:nvCxnSpPr>
        <p:spPr>
          <a:xfrm flipV="1">
            <a:off x="1082778" y="4572000"/>
            <a:ext cx="86114" cy="1437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8FFE918-F8D1-4473-BD0B-980F60F72603}"/>
              </a:ext>
            </a:extLst>
          </p:cNvPr>
          <p:cNvCxnSpPr>
            <a:cxnSpLocks/>
          </p:cNvCxnSpPr>
          <p:nvPr/>
        </p:nvCxnSpPr>
        <p:spPr>
          <a:xfrm flipH="1" flipV="1">
            <a:off x="1241246" y="4644461"/>
            <a:ext cx="1165680" cy="1442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391803A-03F4-4E2C-9B58-EE5F1F5C7FFE}"/>
              </a:ext>
            </a:extLst>
          </p:cNvPr>
          <p:cNvCxnSpPr>
            <a:cxnSpLocks/>
          </p:cNvCxnSpPr>
          <p:nvPr/>
        </p:nvCxnSpPr>
        <p:spPr>
          <a:xfrm flipH="1" flipV="1">
            <a:off x="1266733" y="4572000"/>
            <a:ext cx="2278783" cy="1560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227989A-6EF8-465F-B389-0706D11F4CCF}"/>
              </a:ext>
            </a:extLst>
          </p:cNvPr>
          <p:cNvCxnSpPr>
            <a:cxnSpLocks/>
          </p:cNvCxnSpPr>
          <p:nvPr/>
        </p:nvCxnSpPr>
        <p:spPr>
          <a:xfrm flipH="1" flipV="1">
            <a:off x="1240662" y="4644461"/>
            <a:ext cx="3454040" cy="1511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9829474-1F41-4E21-A98F-3AE5CFF4F75E}"/>
              </a:ext>
            </a:extLst>
          </p:cNvPr>
          <p:cNvCxnSpPr>
            <a:cxnSpLocks/>
          </p:cNvCxnSpPr>
          <p:nvPr/>
        </p:nvCxnSpPr>
        <p:spPr>
          <a:xfrm flipH="1" flipV="1">
            <a:off x="1266733" y="4605992"/>
            <a:ext cx="4188953" cy="1526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672F2332-AC22-4D4A-B3A1-55FBFB74D07C}"/>
              </a:ext>
            </a:extLst>
          </p:cNvPr>
          <p:cNvSpPr/>
          <p:nvPr/>
        </p:nvSpPr>
        <p:spPr>
          <a:xfrm>
            <a:off x="10128584" y="155455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19DBB79-B782-4F84-8C7E-16B6BE75EA7E}"/>
              </a:ext>
            </a:extLst>
          </p:cNvPr>
          <p:cNvSpPr/>
          <p:nvPr/>
        </p:nvSpPr>
        <p:spPr>
          <a:xfrm>
            <a:off x="9137984" y="239232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2D754852-EF92-42FB-A906-00F9516676A6}"/>
              </a:ext>
            </a:extLst>
          </p:cNvPr>
          <p:cNvSpPr/>
          <p:nvPr/>
        </p:nvSpPr>
        <p:spPr>
          <a:xfrm>
            <a:off x="9447833" y="154966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010CD55-B8BB-4CC8-B158-1F7FD6883B7F}"/>
              </a:ext>
            </a:extLst>
          </p:cNvPr>
          <p:cNvSpPr txBox="1"/>
          <p:nvPr/>
        </p:nvSpPr>
        <p:spPr>
          <a:xfrm>
            <a:off x="9254776" y="1663962"/>
            <a:ext cx="559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107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9239E44-E9F6-40B1-B7FD-72107252645C}"/>
              </a:ext>
            </a:extLst>
          </p:cNvPr>
          <p:cNvSpPr/>
          <p:nvPr/>
        </p:nvSpPr>
        <p:spPr>
          <a:xfrm>
            <a:off x="9078041" y="321979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8EC91307-D9AE-4D4C-9E02-B5FFC6C1E511}"/>
              </a:ext>
            </a:extLst>
          </p:cNvPr>
          <p:cNvSpPr/>
          <p:nvPr/>
        </p:nvSpPr>
        <p:spPr>
          <a:xfrm>
            <a:off x="8523080" y="323622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1EDBA30-BBDB-4457-8F7E-C6D956DD7527}"/>
              </a:ext>
            </a:extLst>
          </p:cNvPr>
          <p:cNvSpPr txBox="1"/>
          <p:nvPr/>
        </p:nvSpPr>
        <p:spPr>
          <a:xfrm>
            <a:off x="8888725" y="3334601"/>
            <a:ext cx="559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108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9BC1C916-9E25-419C-8A09-B41A3E745C5B}"/>
              </a:ext>
            </a:extLst>
          </p:cNvPr>
          <p:cNvSpPr/>
          <p:nvPr/>
        </p:nvSpPr>
        <p:spPr>
          <a:xfrm>
            <a:off x="8889817" y="1536130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5A23A16F-BF82-42A8-B82F-313BA9AD7C3F}"/>
              </a:ext>
            </a:extLst>
          </p:cNvPr>
          <p:cNvSpPr/>
          <p:nvPr/>
        </p:nvSpPr>
        <p:spPr>
          <a:xfrm>
            <a:off x="8380704" y="1543602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80286FEE-CC1B-4EDC-BDA9-FCF943B192B7}"/>
              </a:ext>
            </a:extLst>
          </p:cNvPr>
          <p:cNvSpPr/>
          <p:nvPr/>
        </p:nvSpPr>
        <p:spPr>
          <a:xfrm>
            <a:off x="7857170" y="1540382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7724F248-F667-4809-93BD-8204B35F417F}"/>
              </a:ext>
            </a:extLst>
          </p:cNvPr>
          <p:cNvSpPr/>
          <p:nvPr/>
        </p:nvSpPr>
        <p:spPr>
          <a:xfrm>
            <a:off x="7190881" y="153518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1DB504E-2C73-4041-A6D3-0293E10EA300}"/>
              </a:ext>
            </a:extLst>
          </p:cNvPr>
          <p:cNvSpPr txBox="1"/>
          <p:nvPr/>
        </p:nvSpPr>
        <p:spPr>
          <a:xfrm>
            <a:off x="9901200" y="1646047"/>
            <a:ext cx="559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105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2BF3F2C-DDA3-4199-8697-226C4F47680D}"/>
              </a:ext>
            </a:extLst>
          </p:cNvPr>
          <p:cNvSpPr txBox="1"/>
          <p:nvPr/>
        </p:nvSpPr>
        <p:spPr>
          <a:xfrm>
            <a:off x="9031425" y="2128254"/>
            <a:ext cx="559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106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67EFD42-F2CD-497A-B009-E7B236884DBC}"/>
              </a:ext>
            </a:extLst>
          </p:cNvPr>
          <p:cNvSpPr txBox="1"/>
          <p:nvPr/>
        </p:nvSpPr>
        <p:spPr>
          <a:xfrm>
            <a:off x="8318099" y="3359218"/>
            <a:ext cx="559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109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F90D2DC-66F1-4336-9D3D-6E87214116F1}"/>
              </a:ext>
            </a:extLst>
          </p:cNvPr>
          <p:cNvSpPr txBox="1"/>
          <p:nvPr/>
        </p:nvSpPr>
        <p:spPr>
          <a:xfrm>
            <a:off x="8731349" y="1625238"/>
            <a:ext cx="559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110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554CE2A-0A68-4C6B-B9CF-C8E85BD5563B}"/>
              </a:ext>
            </a:extLst>
          </p:cNvPr>
          <p:cNvSpPr txBox="1"/>
          <p:nvPr/>
        </p:nvSpPr>
        <p:spPr>
          <a:xfrm>
            <a:off x="8209143" y="1621022"/>
            <a:ext cx="559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111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90F8A58-6D8D-4311-A248-48009EC95101}"/>
              </a:ext>
            </a:extLst>
          </p:cNvPr>
          <p:cNvSpPr txBox="1"/>
          <p:nvPr/>
        </p:nvSpPr>
        <p:spPr>
          <a:xfrm>
            <a:off x="7638809" y="1656833"/>
            <a:ext cx="559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026998F-7F75-4CA7-86CA-9A85703AA28B}"/>
              </a:ext>
            </a:extLst>
          </p:cNvPr>
          <p:cNvSpPr txBox="1"/>
          <p:nvPr/>
        </p:nvSpPr>
        <p:spPr>
          <a:xfrm>
            <a:off x="6997518" y="1627400"/>
            <a:ext cx="559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113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40E75F0-1F52-47B0-AFE2-4F656BF8EE7E}"/>
              </a:ext>
            </a:extLst>
          </p:cNvPr>
          <p:cNvCxnSpPr>
            <a:cxnSpLocks/>
          </p:cNvCxnSpPr>
          <p:nvPr/>
        </p:nvCxnSpPr>
        <p:spPr>
          <a:xfrm>
            <a:off x="7283370" y="1663707"/>
            <a:ext cx="3139977" cy="1541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736C37A2-6820-4D67-965D-22112ACF7724}"/>
              </a:ext>
            </a:extLst>
          </p:cNvPr>
          <p:cNvCxnSpPr>
            <a:cxnSpLocks/>
          </p:cNvCxnSpPr>
          <p:nvPr/>
        </p:nvCxnSpPr>
        <p:spPr>
          <a:xfrm>
            <a:off x="7940952" y="1634520"/>
            <a:ext cx="2397619" cy="1563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7ED7657C-5F8E-45B1-8229-00F81E3E87BC}"/>
              </a:ext>
            </a:extLst>
          </p:cNvPr>
          <p:cNvCxnSpPr>
            <a:cxnSpLocks/>
          </p:cNvCxnSpPr>
          <p:nvPr/>
        </p:nvCxnSpPr>
        <p:spPr>
          <a:xfrm>
            <a:off x="8438358" y="1594732"/>
            <a:ext cx="1983995" cy="16171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DA8D3ACD-BA0C-445C-A8D4-94EEA4F341E9}"/>
              </a:ext>
            </a:extLst>
          </p:cNvPr>
          <p:cNvCxnSpPr>
            <a:cxnSpLocks/>
          </p:cNvCxnSpPr>
          <p:nvPr/>
        </p:nvCxnSpPr>
        <p:spPr>
          <a:xfrm>
            <a:off x="8916306" y="1627400"/>
            <a:ext cx="1543831" cy="16246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BEF4BE9-EE2C-482B-9985-CE86A6644AF1}"/>
              </a:ext>
            </a:extLst>
          </p:cNvPr>
          <p:cNvCxnSpPr>
            <a:cxnSpLocks/>
          </p:cNvCxnSpPr>
          <p:nvPr/>
        </p:nvCxnSpPr>
        <p:spPr>
          <a:xfrm>
            <a:off x="9513820" y="1646251"/>
            <a:ext cx="849947" cy="1587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EF4AE0C-2A54-4BED-9A4C-BF49BE1F9C45}"/>
              </a:ext>
            </a:extLst>
          </p:cNvPr>
          <p:cNvCxnSpPr>
            <a:cxnSpLocks/>
          </p:cNvCxnSpPr>
          <p:nvPr/>
        </p:nvCxnSpPr>
        <p:spPr>
          <a:xfrm>
            <a:off x="9212175" y="2495916"/>
            <a:ext cx="1209246" cy="702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C0A1D324-F1FF-4999-A433-87379944D333}"/>
              </a:ext>
            </a:extLst>
          </p:cNvPr>
          <p:cNvCxnSpPr>
            <a:cxnSpLocks/>
          </p:cNvCxnSpPr>
          <p:nvPr/>
        </p:nvCxnSpPr>
        <p:spPr>
          <a:xfrm flipV="1">
            <a:off x="9154521" y="3119707"/>
            <a:ext cx="1266900" cy="17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B19A82EA-DAEC-469B-BC03-F57164B8A621}"/>
              </a:ext>
            </a:extLst>
          </p:cNvPr>
          <p:cNvCxnSpPr>
            <a:cxnSpLocks/>
          </p:cNvCxnSpPr>
          <p:nvPr/>
        </p:nvCxnSpPr>
        <p:spPr>
          <a:xfrm flipV="1">
            <a:off x="8657007" y="3196801"/>
            <a:ext cx="1772747" cy="965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E52B87D4-65A1-4F6F-8BD4-A50B3450FA4C}"/>
              </a:ext>
            </a:extLst>
          </p:cNvPr>
          <p:cNvCxnSpPr>
            <a:cxnSpLocks/>
          </p:cNvCxnSpPr>
          <p:nvPr/>
        </p:nvCxnSpPr>
        <p:spPr>
          <a:xfrm>
            <a:off x="10107594" y="1641232"/>
            <a:ext cx="341248" cy="1583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0" name="Oval 89">
            <a:extLst>
              <a:ext uri="{FF2B5EF4-FFF2-40B4-BE49-F238E27FC236}">
                <a16:creationId xmlns:a16="http://schemas.microsoft.com/office/drawing/2014/main" id="{D78C4C80-860C-47A0-A3F1-0BB6A5676040}"/>
              </a:ext>
            </a:extLst>
          </p:cNvPr>
          <p:cNvSpPr/>
          <p:nvPr/>
        </p:nvSpPr>
        <p:spPr>
          <a:xfrm>
            <a:off x="10256759" y="604720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A67E81D4-61CF-424A-ABD5-9556D16AA407}"/>
              </a:ext>
            </a:extLst>
          </p:cNvPr>
          <p:cNvSpPr/>
          <p:nvPr/>
        </p:nvSpPr>
        <p:spPr>
          <a:xfrm>
            <a:off x="9770493" y="604720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93F4A8E5-0E1A-4097-BF9D-166D68325818}"/>
              </a:ext>
            </a:extLst>
          </p:cNvPr>
          <p:cNvSpPr/>
          <p:nvPr/>
        </p:nvSpPr>
        <p:spPr>
          <a:xfrm>
            <a:off x="9290457" y="6057360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1E1E6A48-E87F-4991-88F9-051D955F7E30}"/>
              </a:ext>
            </a:extLst>
          </p:cNvPr>
          <p:cNvSpPr/>
          <p:nvPr/>
        </p:nvSpPr>
        <p:spPr>
          <a:xfrm>
            <a:off x="8913147" y="6057360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23B63138-D086-41E7-A210-1C6EC265D2A3}"/>
              </a:ext>
            </a:extLst>
          </p:cNvPr>
          <p:cNvSpPr/>
          <p:nvPr/>
        </p:nvSpPr>
        <p:spPr>
          <a:xfrm>
            <a:off x="7934936" y="604081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6F87A42C-60E3-4454-8464-1D5BBBB4F36D}"/>
              </a:ext>
            </a:extLst>
          </p:cNvPr>
          <p:cNvSpPr/>
          <p:nvPr/>
        </p:nvSpPr>
        <p:spPr>
          <a:xfrm>
            <a:off x="7518808" y="604720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CC5A78CB-9D76-4710-94C8-D6A7215662A1}"/>
              </a:ext>
            </a:extLst>
          </p:cNvPr>
          <p:cNvSpPr/>
          <p:nvPr/>
        </p:nvSpPr>
        <p:spPr>
          <a:xfrm>
            <a:off x="7203995" y="6057360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75618767-0AFB-452B-ABB5-F5F66EB4D315}"/>
              </a:ext>
            </a:extLst>
          </p:cNvPr>
          <p:cNvSpPr/>
          <p:nvPr/>
        </p:nvSpPr>
        <p:spPr>
          <a:xfrm>
            <a:off x="9086142" y="469720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19790681-E77A-42C6-B2C1-4ACB23E5F48E}"/>
              </a:ext>
            </a:extLst>
          </p:cNvPr>
          <p:cNvSpPr/>
          <p:nvPr/>
        </p:nvSpPr>
        <p:spPr>
          <a:xfrm>
            <a:off x="8552236" y="470894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59CADB05-A602-426C-AC65-2F01BADE89EC}"/>
              </a:ext>
            </a:extLst>
          </p:cNvPr>
          <p:cNvSpPr/>
          <p:nvPr/>
        </p:nvSpPr>
        <p:spPr>
          <a:xfrm>
            <a:off x="9427322" y="435736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DC1B8A7F-DCCD-4AB0-A3F6-2B4BF27910FE}"/>
              </a:ext>
            </a:extLst>
          </p:cNvPr>
          <p:cNvSpPr/>
          <p:nvPr/>
        </p:nvSpPr>
        <p:spPr>
          <a:xfrm>
            <a:off x="9086142" y="424470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72733FE-921B-408B-B446-0762CE6B4236}"/>
              </a:ext>
            </a:extLst>
          </p:cNvPr>
          <p:cNvSpPr txBox="1"/>
          <p:nvPr/>
        </p:nvSpPr>
        <p:spPr>
          <a:xfrm>
            <a:off x="9998664" y="5772884"/>
            <a:ext cx="559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114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EFF2C5B-D33D-4149-8656-A9E116681378}"/>
              </a:ext>
            </a:extLst>
          </p:cNvPr>
          <p:cNvSpPr txBox="1"/>
          <p:nvPr/>
        </p:nvSpPr>
        <p:spPr>
          <a:xfrm>
            <a:off x="9537244" y="5791244"/>
            <a:ext cx="559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115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91E5700-760C-4C15-A0A9-E30CBD687220}"/>
              </a:ext>
            </a:extLst>
          </p:cNvPr>
          <p:cNvSpPr txBox="1"/>
          <p:nvPr/>
        </p:nvSpPr>
        <p:spPr>
          <a:xfrm>
            <a:off x="9051235" y="5809604"/>
            <a:ext cx="559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116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74A072F-B8C5-4717-816D-F61B61EE6DFF}"/>
              </a:ext>
            </a:extLst>
          </p:cNvPr>
          <p:cNvSpPr txBox="1"/>
          <p:nvPr/>
        </p:nvSpPr>
        <p:spPr>
          <a:xfrm>
            <a:off x="8554294" y="5813378"/>
            <a:ext cx="559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117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3F37DA8-941C-4467-A3F4-7C177B94A8C1}"/>
              </a:ext>
            </a:extLst>
          </p:cNvPr>
          <p:cNvSpPr txBox="1"/>
          <p:nvPr/>
        </p:nvSpPr>
        <p:spPr>
          <a:xfrm>
            <a:off x="7817566" y="5762732"/>
            <a:ext cx="559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120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77C0BD8-CB5A-4DBF-8CA4-0F8882A9A8FD}"/>
              </a:ext>
            </a:extLst>
          </p:cNvPr>
          <p:cNvSpPr txBox="1"/>
          <p:nvPr/>
        </p:nvSpPr>
        <p:spPr>
          <a:xfrm>
            <a:off x="7320219" y="5793788"/>
            <a:ext cx="559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118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5E2C0E3-B059-453E-A10A-876251A25482}"/>
              </a:ext>
            </a:extLst>
          </p:cNvPr>
          <p:cNvSpPr txBox="1"/>
          <p:nvPr/>
        </p:nvSpPr>
        <p:spPr>
          <a:xfrm>
            <a:off x="6930819" y="5762732"/>
            <a:ext cx="559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119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022D2F7-BC1B-4BF1-9BF0-C7185C010B8C}"/>
              </a:ext>
            </a:extLst>
          </p:cNvPr>
          <p:cNvSpPr txBox="1"/>
          <p:nvPr/>
        </p:nvSpPr>
        <p:spPr>
          <a:xfrm>
            <a:off x="8913147" y="4824706"/>
            <a:ext cx="559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121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838F37F-3C31-4573-94F5-CAB6C416F546}"/>
              </a:ext>
            </a:extLst>
          </p:cNvPr>
          <p:cNvSpPr txBox="1"/>
          <p:nvPr/>
        </p:nvSpPr>
        <p:spPr>
          <a:xfrm>
            <a:off x="8330023" y="4759608"/>
            <a:ext cx="559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122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4B2C847-3B18-42AF-897D-F8A80AAA70EE}"/>
              </a:ext>
            </a:extLst>
          </p:cNvPr>
          <p:cNvSpPr txBox="1"/>
          <p:nvPr/>
        </p:nvSpPr>
        <p:spPr>
          <a:xfrm>
            <a:off x="8904344" y="3948644"/>
            <a:ext cx="559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123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7AA93AE-6E06-4253-BC08-8A6440420A41}"/>
              </a:ext>
            </a:extLst>
          </p:cNvPr>
          <p:cNvSpPr txBox="1"/>
          <p:nvPr/>
        </p:nvSpPr>
        <p:spPr>
          <a:xfrm>
            <a:off x="9174822" y="4438913"/>
            <a:ext cx="559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124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22EF46BD-D72E-49AD-90D7-4BC9EC5483F0}"/>
              </a:ext>
            </a:extLst>
          </p:cNvPr>
          <p:cNvCxnSpPr>
            <a:cxnSpLocks/>
          </p:cNvCxnSpPr>
          <p:nvPr/>
        </p:nvCxnSpPr>
        <p:spPr>
          <a:xfrm flipH="1" flipV="1">
            <a:off x="1213986" y="4601111"/>
            <a:ext cx="6287950" cy="1502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251F6F9C-5095-4AFB-A097-7D200CFDB9E3}"/>
              </a:ext>
            </a:extLst>
          </p:cNvPr>
          <p:cNvCxnSpPr>
            <a:cxnSpLocks/>
          </p:cNvCxnSpPr>
          <p:nvPr/>
        </p:nvCxnSpPr>
        <p:spPr>
          <a:xfrm flipH="1" flipV="1">
            <a:off x="1266733" y="4640088"/>
            <a:ext cx="5954981" cy="1472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1D2F8287-A9D3-4291-AFB4-566958C299C2}"/>
              </a:ext>
            </a:extLst>
          </p:cNvPr>
          <p:cNvCxnSpPr>
            <a:stCxn id="105" idx="2"/>
          </p:cNvCxnSpPr>
          <p:nvPr/>
        </p:nvCxnSpPr>
        <p:spPr>
          <a:xfrm flipV="1">
            <a:off x="8097120" y="3203306"/>
            <a:ext cx="2246136" cy="2928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C122028A-7CDB-4D44-BEC2-BE21CC0C6F80}"/>
              </a:ext>
            </a:extLst>
          </p:cNvPr>
          <p:cNvCxnSpPr>
            <a:cxnSpLocks/>
          </p:cNvCxnSpPr>
          <p:nvPr/>
        </p:nvCxnSpPr>
        <p:spPr>
          <a:xfrm flipV="1">
            <a:off x="8971858" y="3239089"/>
            <a:ext cx="1397887" cy="2922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A2442236-03FE-4396-9E15-D8E337C46BA3}"/>
              </a:ext>
            </a:extLst>
          </p:cNvPr>
          <p:cNvCxnSpPr>
            <a:cxnSpLocks/>
          </p:cNvCxnSpPr>
          <p:nvPr/>
        </p:nvCxnSpPr>
        <p:spPr>
          <a:xfrm flipV="1">
            <a:off x="9400485" y="3203240"/>
            <a:ext cx="998323" cy="2952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06FBB0E8-DE7A-42B7-A99A-87D185EC9913}"/>
              </a:ext>
            </a:extLst>
          </p:cNvPr>
          <p:cNvCxnSpPr>
            <a:cxnSpLocks/>
          </p:cNvCxnSpPr>
          <p:nvPr/>
        </p:nvCxnSpPr>
        <p:spPr>
          <a:xfrm flipV="1">
            <a:off x="9890441" y="3200620"/>
            <a:ext cx="549778" cy="2879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9E0C6AC5-1E6B-4A94-BBAA-2D9A04788076}"/>
              </a:ext>
            </a:extLst>
          </p:cNvPr>
          <p:cNvCxnSpPr>
            <a:cxnSpLocks/>
          </p:cNvCxnSpPr>
          <p:nvPr/>
        </p:nvCxnSpPr>
        <p:spPr>
          <a:xfrm flipV="1">
            <a:off x="10355450" y="3251200"/>
            <a:ext cx="77994" cy="2873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699C5F55-C336-4785-BA6C-354B823BEDC5}"/>
              </a:ext>
            </a:extLst>
          </p:cNvPr>
          <p:cNvCxnSpPr>
            <a:cxnSpLocks/>
          </p:cNvCxnSpPr>
          <p:nvPr/>
        </p:nvCxnSpPr>
        <p:spPr>
          <a:xfrm flipV="1">
            <a:off x="8631121" y="3322097"/>
            <a:ext cx="1802025" cy="1559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90A06855-12E6-4B0D-9D1C-4BE3B4D77490}"/>
              </a:ext>
            </a:extLst>
          </p:cNvPr>
          <p:cNvCxnSpPr>
            <a:cxnSpLocks/>
          </p:cNvCxnSpPr>
          <p:nvPr/>
        </p:nvCxnSpPr>
        <p:spPr>
          <a:xfrm flipV="1">
            <a:off x="9122035" y="3236560"/>
            <a:ext cx="1311111" cy="11112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E56A71C1-2740-4F10-8791-B4948BFB51BB}"/>
              </a:ext>
            </a:extLst>
          </p:cNvPr>
          <p:cNvCxnSpPr>
            <a:cxnSpLocks/>
          </p:cNvCxnSpPr>
          <p:nvPr/>
        </p:nvCxnSpPr>
        <p:spPr>
          <a:xfrm flipV="1">
            <a:off x="9525198" y="3280844"/>
            <a:ext cx="931393" cy="1098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ADBA9C20-36B6-4413-B614-4FBE489641BF}"/>
              </a:ext>
            </a:extLst>
          </p:cNvPr>
          <p:cNvCxnSpPr>
            <a:cxnSpLocks/>
          </p:cNvCxnSpPr>
          <p:nvPr/>
        </p:nvCxnSpPr>
        <p:spPr>
          <a:xfrm flipV="1">
            <a:off x="9183252" y="3273034"/>
            <a:ext cx="1180515" cy="1522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6160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113A3-7919-44F4-929C-CF2F54BB5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4440" y="500062"/>
            <a:ext cx="3920817" cy="1285195"/>
          </a:xfrm>
        </p:spPr>
        <p:txBody>
          <a:bodyPr/>
          <a:lstStyle/>
          <a:p>
            <a:r>
              <a:rPr lang="en-NZ" dirty="0"/>
              <a:t>Level 1 31-10-19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F2134E-57A5-4A20-BEC0-D51991B4C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890" y="20709"/>
            <a:ext cx="5849477" cy="6583654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9EFCF1C9-38E5-4D53-B63B-F3285F16F124}"/>
              </a:ext>
            </a:extLst>
          </p:cNvPr>
          <p:cNvSpPr/>
          <p:nvPr/>
        </p:nvSpPr>
        <p:spPr>
          <a:xfrm>
            <a:off x="1923983" y="12170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6A76C3-D44A-4F24-AB0B-FA07B1067B19}"/>
              </a:ext>
            </a:extLst>
          </p:cNvPr>
          <p:cNvSpPr/>
          <p:nvPr/>
        </p:nvSpPr>
        <p:spPr>
          <a:xfrm>
            <a:off x="1923982" y="310067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621BF41-E098-4E3F-8AFA-49A5BFB55707}"/>
              </a:ext>
            </a:extLst>
          </p:cNvPr>
          <p:cNvSpPr/>
          <p:nvPr/>
        </p:nvSpPr>
        <p:spPr>
          <a:xfrm>
            <a:off x="1916104" y="50103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E92F921-BF7A-4E8A-90D4-ABECBE8C51DB}"/>
              </a:ext>
            </a:extLst>
          </p:cNvPr>
          <p:cNvSpPr/>
          <p:nvPr/>
        </p:nvSpPr>
        <p:spPr>
          <a:xfrm>
            <a:off x="2002601" y="65538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88EC479-24A7-4644-BF7B-5CB75A205A96}"/>
              </a:ext>
            </a:extLst>
          </p:cNvPr>
          <p:cNvSpPr/>
          <p:nvPr/>
        </p:nvSpPr>
        <p:spPr>
          <a:xfrm>
            <a:off x="2106056" y="769137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89B9E40-6341-4444-A907-7EC57F0E91F2}"/>
              </a:ext>
            </a:extLst>
          </p:cNvPr>
          <p:cNvSpPr/>
          <p:nvPr/>
        </p:nvSpPr>
        <p:spPr>
          <a:xfrm>
            <a:off x="2225488" y="865527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29203C8-0F60-4031-A21F-BD78E23CCF08}"/>
              </a:ext>
            </a:extLst>
          </p:cNvPr>
          <p:cNvSpPr/>
          <p:nvPr/>
        </p:nvSpPr>
        <p:spPr>
          <a:xfrm>
            <a:off x="1679711" y="27749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32FF708-210D-4881-AECE-F67B0E826248}"/>
              </a:ext>
            </a:extLst>
          </p:cNvPr>
          <p:cNvSpPr/>
          <p:nvPr/>
        </p:nvSpPr>
        <p:spPr>
          <a:xfrm>
            <a:off x="1728869" y="47560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8F8D5D0-6F91-4AF7-8A21-8B7CD32BA761}"/>
              </a:ext>
            </a:extLst>
          </p:cNvPr>
          <p:cNvSpPr/>
          <p:nvPr/>
        </p:nvSpPr>
        <p:spPr>
          <a:xfrm>
            <a:off x="1815366" y="67370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4D6DCE5-0594-4E4B-BA10-5EF6142283AE}"/>
              </a:ext>
            </a:extLst>
          </p:cNvPr>
          <p:cNvSpPr/>
          <p:nvPr/>
        </p:nvSpPr>
        <p:spPr>
          <a:xfrm>
            <a:off x="1893985" y="83919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2067BD6-7C04-4A9E-A282-3B13643CBBA8}"/>
              </a:ext>
            </a:extLst>
          </p:cNvPr>
          <p:cNvSpPr/>
          <p:nvPr/>
        </p:nvSpPr>
        <p:spPr>
          <a:xfrm>
            <a:off x="2122427" y="1045652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2553C95-C408-47E1-9596-234690DC9B7B}"/>
              </a:ext>
            </a:extLst>
          </p:cNvPr>
          <p:cNvSpPr/>
          <p:nvPr/>
        </p:nvSpPr>
        <p:spPr>
          <a:xfrm>
            <a:off x="2295422" y="105606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04F005-E33E-44B7-93F3-60E091033D5D}"/>
              </a:ext>
            </a:extLst>
          </p:cNvPr>
          <p:cNvSpPr txBox="1"/>
          <p:nvPr/>
        </p:nvSpPr>
        <p:spPr>
          <a:xfrm>
            <a:off x="1976096" y="-10127"/>
            <a:ext cx="38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ED6609-05FD-4B65-80C8-840AD46F7059}"/>
              </a:ext>
            </a:extLst>
          </p:cNvPr>
          <p:cNvSpPr txBox="1"/>
          <p:nvPr/>
        </p:nvSpPr>
        <p:spPr>
          <a:xfrm>
            <a:off x="1983439" y="181589"/>
            <a:ext cx="38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61247E-4A6C-42B4-95D2-D9B4427CE841}"/>
              </a:ext>
            </a:extLst>
          </p:cNvPr>
          <p:cNvSpPr txBox="1"/>
          <p:nvPr/>
        </p:nvSpPr>
        <p:spPr>
          <a:xfrm>
            <a:off x="1963382" y="386496"/>
            <a:ext cx="38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BE311D-E097-4F6A-B652-C9B85BFAAF35}"/>
              </a:ext>
            </a:extLst>
          </p:cNvPr>
          <p:cNvSpPr txBox="1"/>
          <p:nvPr/>
        </p:nvSpPr>
        <p:spPr>
          <a:xfrm>
            <a:off x="2035167" y="540733"/>
            <a:ext cx="38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CCF98A-689D-4EF4-A84A-9BB068166A47}"/>
              </a:ext>
            </a:extLst>
          </p:cNvPr>
          <p:cNvSpPr txBox="1"/>
          <p:nvPr/>
        </p:nvSpPr>
        <p:spPr>
          <a:xfrm>
            <a:off x="2044870" y="706727"/>
            <a:ext cx="38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60E3E8-45AA-46A5-BD71-F8855CCC68BF}"/>
              </a:ext>
            </a:extLst>
          </p:cNvPr>
          <p:cNvSpPr txBox="1"/>
          <p:nvPr/>
        </p:nvSpPr>
        <p:spPr>
          <a:xfrm>
            <a:off x="2279990" y="746225"/>
            <a:ext cx="38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2001E8-AF3B-4895-8899-DCAD66AEB3C7}"/>
              </a:ext>
            </a:extLst>
          </p:cNvPr>
          <p:cNvSpPr txBox="1"/>
          <p:nvPr/>
        </p:nvSpPr>
        <p:spPr>
          <a:xfrm>
            <a:off x="2276260" y="963047"/>
            <a:ext cx="38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F6DB1D-22A4-4066-86A2-93DF1E9681DD}"/>
              </a:ext>
            </a:extLst>
          </p:cNvPr>
          <p:cNvSpPr txBox="1"/>
          <p:nvPr/>
        </p:nvSpPr>
        <p:spPr>
          <a:xfrm>
            <a:off x="2002631" y="957209"/>
            <a:ext cx="38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7B915D-C5A1-418A-AA56-E30A24CB6916}"/>
              </a:ext>
            </a:extLst>
          </p:cNvPr>
          <p:cNvSpPr txBox="1"/>
          <p:nvPr/>
        </p:nvSpPr>
        <p:spPr>
          <a:xfrm>
            <a:off x="1487941" y="191128"/>
            <a:ext cx="38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C1B12A-ECA6-4916-8CCA-0E675DA4DC0C}"/>
              </a:ext>
            </a:extLst>
          </p:cNvPr>
          <p:cNvSpPr txBox="1"/>
          <p:nvPr/>
        </p:nvSpPr>
        <p:spPr>
          <a:xfrm>
            <a:off x="1501103" y="414247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3A15CF6-372A-4A33-AF11-A64BF50899BF}"/>
              </a:ext>
            </a:extLst>
          </p:cNvPr>
          <p:cNvSpPr txBox="1"/>
          <p:nvPr/>
        </p:nvSpPr>
        <p:spPr>
          <a:xfrm>
            <a:off x="1535714" y="601965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0CA809B-B507-4B96-9E5B-476D8F56AD2F}"/>
              </a:ext>
            </a:extLst>
          </p:cNvPr>
          <p:cNvSpPr txBox="1"/>
          <p:nvPr/>
        </p:nvSpPr>
        <p:spPr>
          <a:xfrm>
            <a:off x="1661462" y="792765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12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4A86092-1CAB-4565-84E0-D4026A7739D1}"/>
              </a:ext>
            </a:extLst>
          </p:cNvPr>
          <p:cNvSpPr/>
          <p:nvPr/>
        </p:nvSpPr>
        <p:spPr>
          <a:xfrm>
            <a:off x="1387833" y="115682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1ECAC3A-5E51-408E-A42F-0117795D2AF4}"/>
              </a:ext>
            </a:extLst>
          </p:cNvPr>
          <p:cNvSpPr/>
          <p:nvPr/>
        </p:nvSpPr>
        <p:spPr>
          <a:xfrm>
            <a:off x="1214838" y="144175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71EBB90-74C6-4EF8-B284-9A64139A3FBF}"/>
              </a:ext>
            </a:extLst>
          </p:cNvPr>
          <p:cNvSpPr/>
          <p:nvPr/>
        </p:nvSpPr>
        <p:spPr>
          <a:xfrm>
            <a:off x="1214838" y="1922910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F894431-F799-48DE-8C9C-B065BBC82BFC}"/>
              </a:ext>
            </a:extLst>
          </p:cNvPr>
          <p:cNvSpPr/>
          <p:nvPr/>
        </p:nvSpPr>
        <p:spPr>
          <a:xfrm>
            <a:off x="1328108" y="246266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6534CB2-A7C3-4C69-9BB9-64B099D126BA}"/>
              </a:ext>
            </a:extLst>
          </p:cNvPr>
          <p:cNvSpPr/>
          <p:nvPr/>
        </p:nvSpPr>
        <p:spPr>
          <a:xfrm>
            <a:off x="1485012" y="2456840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818226A-DD2A-49B7-843B-D442FFCD2939}"/>
              </a:ext>
            </a:extLst>
          </p:cNvPr>
          <p:cNvSpPr txBox="1"/>
          <p:nvPr/>
        </p:nvSpPr>
        <p:spPr>
          <a:xfrm>
            <a:off x="1428058" y="1057019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3EBC901-AED7-40EA-9CF6-3572EA4C5452}"/>
              </a:ext>
            </a:extLst>
          </p:cNvPr>
          <p:cNvSpPr txBox="1"/>
          <p:nvPr/>
        </p:nvSpPr>
        <p:spPr>
          <a:xfrm>
            <a:off x="1257473" y="1355203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5354FAF-CBC6-477E-994E-EDF47B2B3DA6}"/>
              </a:ext>
            </a:extLst>
          </p:cNvPr>
          <p:cNvSpPr txBox="1"/>
          <p:nvPr/>
        </p:nvSpPr>
        <p:spPr>
          <a:xfrm>
            <a:off x="1284246" y="1822941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D7F2BD5-5AFE-47F8-959F-139C50914EB3}"/>
              </a:ext>
            </a:extLst>
          </p:cNvPr>
          <p:cNvSpPr txBox="1"/>
          <p:nvPr/>
        </p:nvSpPr>
        <p:spPr>
          <a:xfrm>
            <a:off x="1211201" y="2503720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B17B703-7E57-40CB-B7A9-18DE23EB637C}"/>
              </a:ext>
            </a:extLst>
          </p:cNvPr>
          <p:cNvSpPr txBox="1"/>
          <p:nvPr/>
        </p:nvSpPr>
        <p:spPr>
          <a:xfrm>
            <a:off x="1512012" y="2441886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17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7CEA052-9396-4F9E-9341-E639D6CB35F8}"/>
              </a:ext>
            </a:extLst>
          </p:cNvPr>
          <p:cNvCxnSpPr>
            <a:cxnSpLocks/>
          </p:cNvCxnSpPr>
          <p:nvPr/>
        </p:nvCxnSpPr>
        <p:spPr>
          <a:xfrm>
            <a:off x="1987904" y="172794"/>
            <a:ext cx="1136279" cy="4465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FF4E9F5-D869-4912-9BAF-066F9BD8DBCC}"/>
              </a:ext>
            </a:extLst>
          </p:cNvPr>
          <p:cNvCxnSpPr>
            <a:cxnSpLocks/>
          </p:cNvCxnSpPr>
          <p:nvPr/>
        </p:nvCxnSpPr>
        <p:spPr>
          <a:xfrm>
            <a:off x="1967844" y="391684"/>
            <a:ext cx="1040598" cy="4246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14BB34E-BADB-4A41-82B0-1A8C9FA48F89}"/>
              </a:ext>
            </a:extLst>
          </p:cNvPr>
          <p:cNvCxnSpPr>
            <a:cxnSpLocks/>
          </p:cNvCxnSpPr>
          <p:nvPr/>
        </p:nvCxnSpPr>
        <p:spPr>
          <a:xfrm>
            <a:off x="2053894" y="566571"/>
            <a:ext cx="1088765" cy="4131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1CAEAB2-DECC-4BF5-BD49-3A8F9805132B}"/>
              </a:ext>
            </a:extLst>
          </p:cNvPr>
          <p:cNvCxnSpPr>
            <a:cxnSpLocks/>
          </p:cNvCxnSpPr>
          <p:nvPr/>
        </p:nvCxnSpPr>
        <p:spPr>
          <a:xfrm>
            <a:off x="2393241" y="1168539"/>
            <a:ext cx="689060" cy="3469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FC06627-881A-4285-892B-825FB3408AA9}"/>
              </a:ext>
            </a:extLst>
          </p:cNvPr>
          <p:cNvCxnSpPr>
            <a:cxnSpLocks/>
          </p:cNvCxnSpPr>
          <p:nvPr/>
        </p:nvCxnSpPr>
        <p:spPr>
          <a:xfrm>
            <a:off x="2201119" y="1201018"/>
            <a:ext cx="899658" cy="3437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65EBC5E-B77A-47EA-B6A9-FEB260321EA6}"/>
              </a:ext>
            </a:extLst>
          </p:cNvPr>
          <p:cNvCxnSpPr>
            <a:cxnSpLocks/>
          </p:cNvCxnSpPr>
          <p:nvPr/>
        </p:nvCxnSpPr>
        <p:spPr>
          <a:xfrm>
            <a:off x="2413582" y="938849"/>
            <a:ext cx="677743" cy="3606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16ABA1B-CCAB-4A95-B403-E3ED2528AABA}"/>
              </a:ext>
            </a:extLst>
          </p:cNvPr>
          <p:cNvCxnSpPr>
            <a:cxnSpLocks/>
          </p:cNvCxnSpPr>
          <p:nvPr/>
        </p:nvCxnSpPr>
        <p:spPr>
          <a:xfrm>
            <a:off x="2182643" y="891393"/>
            <a:ext cx="917706" cy="36541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4F2A4B7-13DC-41F1-8E74-A7EC76AFC9EA}"/>
              </a:ext>
            </a:extLst>
          </p:cNvPr>
          <p:cNvCxnSpPr>
            <a:cxnSpLocks/>
          </p:cNvCxnSpPr>
          <p:nvPr/>
        </p:nvCxnSpPr>
        <p:spPr>
          <a:xfrm>
            <a:off x="1531566" y="1344300"/>
            <a:ext cx="1476876" cy="32011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953189A-EEEA-4FA9-B20D-6475AA6D13D5}"/>
              </a:ext>
            </a:extLst>
          </p:cNvPr>
          <p:cNvCxnSpPr/>
          <p:nvPr/>
        </p:nvCxnSpPr>
        <p:spPr>
          <a:xfrm flipH="1">
            <a:off x="1717960" y="386496"/>
            <a:ext cx="10909" cy="1436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F147506-0589-49AD-9101-0B3A754F62AF}"/>
              </a:ext>
            </a:extLst>
          </p:cNvPr>
          <p:cNvCxnSpPr>
            <a:cxnSpLocks/>
          </p:cNvCxnSpPr>
          <p:nvPr/>
        </p:nvCxnSpPr>
        <p:spPr>
          <a:xfrm flipH="1">
            <a:off x="1763480" y="564768"/>
            <a:ext cx="38261" cy="1143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D3584E8-B2EE-4F93-B22F-605E8F1E766E}"/>
              </a:ext>
            </a:extLst>
          </p:cNvPr>
          <p:cNvCxnSpPr>
            <a:cxnSpLocks/>
          </p:cNvCxnSpPr>
          <p:nvPr/>
        </p:nvCxnSpPr>
        <p:spPr>
          <a:xfrm flipH="1">
            <a:off x="1734032" y="783464"/>
            <a:ext cx="166907" cy="959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96C947C-21DE-47B7-9558-4B78162BAC2A}"/>
              </a:ext>
            </a:extLst>
          </p:cNvPr>
          <p:cNvCxnSpPr>
            <a:cxnSpLocks/>
          </p:cNvCxnSpPr>
          <p:nvPr/>
        </p:nvCxnSpPr>
        <p:spPr>
          <a:xfrm flipH="1">
            <a:off x="1760595" y="962032"/>
            <a:ext cx="199998" cy="8178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68670A2-7EFE-4B88-B89B-FA5FBE5CEDA4}"/>
              </a:ext>
            </a:extLst>
          </p:cNvPr>
          <p:cNvCxnSpPr>
            <a:cxnSpLocks/>
          </p:cNvCxnSpPr>
          <p:nvPr/>
        </p:nvCxnSpPr>
        <p:spPr>
          <a:xfrm>
            <a:off x="1301335" y="1631581"/>
            <a:ext cx="449652" cy="116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58658699-9C44-49DF-8026-6F42A0CF5048}"/>
              </a:ext>
            </a:extLst>
          </p:cNvPr>
          <p:cNvCxnSpPr>
            <a:cxnSpLocks/>
          </p:cNvCxnSpPr>
          <p:nvPr/>
        </p:nvCxnSpPr>
        <p:spPr>
          <a:xfrm flipV="1">
            <a:off x="1347983" y="1762698"/>
            <a:ext cx="456027" cy="217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A1C1454-B19C-4906-ABFB-EDD796E9ACF7}"/>
              </a:ext>
            </a:extLst>
          </p:cNvPr>
          <p:cNvCxnSpPr>
            <a:cxnSpLocks/>
          </p:cNvCxnSpPr>
          <p:nvPr/>
        </p:nvCxnSpPr>
        <p:spPr>
          <a:xfrm flipV="1">
            <a:off x="1604793" y="1829558"/>
            <a:ext cx="145734" cy="698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06D1248E-BE5C-4B56-8B99-F6681D54D6FA}"/>
              </a:ext>
            </a:extLst>
          </p:cNvPr>
          <p:cNvCxnSpPr>
            <a:cxnSpLocks/>
          </p:cNvCxnSpPr>
          <p:nvPr/>
        </p:nvCxnSpPr>
        <p:spPr>
          <a:xfrm flipV="1">
            <a:off x="1465521" y="1867817"/>
            <a:ext cx="272168" cy="667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5" name="Oval 84">
            <a:extLst>
              <a:ext uri="{FF2B5EF4-FFF2-40B4-BE49-F238E27FC236}">
                <a16:creationId xmlns:a16="http://schemas.microsoft.com/office/drawing/2014/main" id="{17686C50-F8CA-47F7-93EC-9F0D80CE5452}"/>
              </a:ext>
            </a:extLst>
          </p:cNvPr>
          <p:cNvSpPr/>
          <p:nvPr/>
        </p:nvSpPr>
        <p:spPr>
          <a:xfrm>
            <a:off x="4074668" y="303863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3F8FB9BB-55AE-4575-9718-3F6490FC4099}"/>
              </a:ext>
            </a:extLst>
          </p:cNvPr>
          <p:cNvSpPr/>
          <p:nvPr/>
        </p:nvSpPr>
        <p:spPr>
          <a:xfrm>
            <a:off x="3894501" y="303863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4843E4B2-7AD8-4FD6-A8E5-795E5D8AD27F}"/>
              </a:ext>
            </a:extLst>
          </p:cNvPr>
          <p:cNvSpPr/>
          <p:nvPr/>
        </p:nvSpPr>
        <p:spPr>
          <a:xfrm>
            <a:off x="3721506" y="303863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86E57ED4-0718-491D-A3D6-862A9EB0559F}"/>
              </a:ext>
            </a:extLst>
          </p:cNvPr>
          <p:cNvSpPr/>
          <p:nvPr/>
        </p:nvSpPr>
        <p:spPr>
          <a:xfrm>
            <a:off x="3582700" y="304862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5EC70A03-9029-488C-92DF-87C9C06FB385}"/>
              </a:ext>
            </a:extLst>
          </p:cNvPr>
          <p:cNvSpPr/>
          <p:nvPr/>
        </p:nvSpPr>
        <p:spPr>
          <a:xfrm>
            <a:off x="4067496" y="258520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7A1139CE-3793-4D51-AE1C-61327962ADED}"/>
              </a:ext>
            </a:extLst>
          </p:cNvPr>
          <p:cNvSpPr/>
          <p:nvPr/>
        </p:nvSpPr>
        <p:spPr>
          <a:xfrm>
            <a:off x="3625973" y="199715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B927BD9A-3D8B-4C79-9705-80F820F3CB58}"/>
              </a:ext>
            </a:extLst>
          </p:cNvPr>
          <p:cNvSpPr/>
          <p:nvPr/>
        </p:nvSpPr>
        <p:spPr>
          <a:xfrm>
            <a:off x="4067496" y="2031707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915ADA5E-58D3-4A80-A9E2-F55C07D793A4}"/>
              </a:ext>
            </a:extLst>
          </p:cNvPr>
          <p:cNvSpPr/>
          <p:nvPr/>
        </p:nvSpPr>
        <p:spPr>
          <a:xfrm>
            <a:off x="3929664" y="202256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CDB85815-04F1-443B-868A-5D54646985D1}"/>
              </a:ext>
            </a:extLst>
          </p:cNvPr>
          <p:cNvSpPr/>
          <p:nvPr/>
        </p:nvSpPr>
        <p:spPr>
          <a:xfrm>
            <a:off x="3635008" y="235013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6F14E31B-E781-456D-861D-5DF06FDDD584}"/>
              </a:ext>
            </a:extLst>
          </p:cNvPr>
          <p:cNvSpPr/>
          <p:nvPr/>
        </p:nvSpPr>
        <p:spPr>
          <a:xfrm>
            <a:off x="4076531" y="238468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180B36F5-1D50-46E2-B61A-F022BD87DB7C}"/>
              </a:ext>
            </a:extLst>
          </p:cNvPr>
          <p:cNvSpPr/>
          <p:nvPr/>
        </p:nvSpPr>
        <p:spPr>
          <a:xfrm>
            <a:off x="3938699" y="237554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B121FFF-4ACC-4545-8B88-A77322879015}"/>
              </a:ext>
            </a:extLst>
          </p:cNvPr>
          <p:cNvSpPr txBox="1"/>
          <p:nvPr/>
        </p:nvSpPr>
        <p:spPr>
          <a:xfrm>
            <a:off x="4117685" y="2948815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18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856D074-85C5-43A7-A1DA-99A608D4C9D8}"/>
              </a:ext>
            </a:extLst>
          </p:cNvPr>
          <p:cNvSpPr txBox="1"/>
          <p:nvPr/>
        </p:nvSpPr>
        <p:spPr>
          <a:xfrm>
            <a:off x="3780096" y="2794867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19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C3D4D66-07BD-42F3-9A66-328E9CE727BD}"/>
              </a:ext>
            </a:extLst>
          </p:cNvPr>
          <p:cNvSpPr txBox="1"/>
          <p:nvPr/>
        </p:nvSpPr>
        <p:spPr>
          <a:xfrm>
            <a:off x="3628516" y="3113507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20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311DA05-47F4-4BDD-ADB3-C2823B15EFB8}"/>
              </a:ext>
            </a:extLst>
          </p:cNvPr>
          <p:cNvSpPr txBox="1"/>
          <p:nvPr/>
        </p:nvSpPr>
        <p:spPr>
          <a:xfrm>
            <a:off x="3304072" y="2948815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21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370E8D1-4708-4495-B986-54C4D877E860}"/>
              </a:ext>
            </a:extLst>
          </p:cNvPr>
          <p:cNvSpPr txBox="1"/>
          <p:nvPr/>
        </p:nvSpPr>
        <p:spPr>
          <a:xfrm>
            <a:off x="4164249" y="2503720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22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1D29B4E-7221-42A9-B930-5D97E3DE546E}"/>
              </a:ext>
            </a:extLst>
          </p:cNvPr>
          <p:cNvSpPr txBox="1"/>
          <p:nvPr/>
        </p:nvSpPr>
        <p:spPr>
          <a:xfrm>
            <a:off x="4148857" y="2266365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23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8CDDF88-F19F-4761-8707-B6080EF5AA06}"/>
              </a:ext>
            </a:extLst>
          </p:cNvPr>
          <p:cNvSpPr txBox="1"/>
          <p:nvPr/>
        </p:nvSpPr>
        <p:spPr>
          <a:xfrm>
            <a:off x="3806777" y="2160894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24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013A08A-8D3D-4219-B2AE-783649F4E506}"/>
              </a:ext>
            </a:extLst>
          </p:cNvPr>
          <p:cNvSpPr txBox="1"/>
          <p:nvPr/>
        </p:nvSpPr>
        <p:spPr>
          <a:xfrm>
            <a:off x="3321061" y="2234011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25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00F03F4-7676-4E9D-85BB-29065EF86E0B}"/>
              </a:ext>
            </a:extLst>
          </p:cNvPr>
          <p:cNvSpPr txBox="1"/>
          <p:nvPr/>
        </p:nvSpPr>
        <p:spPr>
          <a:xfrm>
            <a:off x="4070722" y="1791234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26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10640AB-236F-4052-952F-7CA1A464A8C2}"/>
              </a:ext>
            </a:extLst>
          </p:cNvPr>
          <p:cNvSpPr txBox="1"/>
          <p:nvPr/>
        </p:nvSpPr>
        <p:spPr>
          <a:xfrm>
            <a:off x="3798968" y="1771278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27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AC79E0F-B3C8-4EB2-86C1-2BDC75AF43C6}"/>
              </a:ext>
            </a:extLst>
          </p:cNvPr>
          <p:cNvSpPr txBox="1"/>
          <p:nvPr/>
        </p:nvSpPr>
        <p:spPr>
          <a:xfrm>
            <a:off x="3503759" y="1772566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28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2E40AA3-49FC-485A-81CC-612B72E88750}"/>
              </a:ext>
            </a:extLst>
          </p:cNvPr>
          <p:cNvCxnSpPr/>
          <p:nvPr/>
        </p:nvCxnSpPr>
        <p:spPr>
          <a:xfrm flipH="1">
            <a:off x="3142659" y="3133481"/>
            <a:ext cx="1071151" cy="1412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BA9124CC-9677-4752-B1D7-CD0969426EA3}"/>
              </a:ext>
            </a:extLst>
          </p:cNvPr>
          <p:cNvCxnSpPr>
            <a:cxnSpLocks/>
          </p:cNvCxnSpPr>
          <p:nvPr/>
        </p:nvCxnSpPr>
        <p:spPr>
          <a:xfrm flipH="1">
            <a:off x="3137756" y="3167090"/>
            <a:ext cx="872539" cy="1433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A8B34443-D496-49E9-B05C-CBAFD7D55438}"/>
              </a:ext>
            </a:extLst>
          </p:cNvPr>
          <p:cNvCxnSpPr>
            <a:cxnSpLocks/>
          </p:cNvCxnSpPr>
          <p:nvPr/>
        </p:nvCxnSpPr>
        <p:spPr>
          <a:xfrm flipH="1">
            <a:off x="3150332" y="3160420"/>
            <a:ext cx="655772" cy="1459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123167B9-8C65-40F5-BDB8-29AA834CFABC}"/>
              </a:ext>
            </a:extLst>
          </p:cNvPr>
          <p:cNvCxnSpPr>
            <a:cxnSpLocks/>
          </p:cNvCxnSpPr>
          <p:nvPr/>
        </p:nvCxnSpPr>
        <p:spPr>
          <a:xfrm flipH="1">
            <a:off x="3150332" y="3140882"/>
            <a:ext cx="489849" cy="1469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CFFAD21F-226D-483B-BB5A-745DB2B7E426}"/>
              </a:ext>
            </a:extLst>
          </p:cNvPr>
          <p:cNvCxnSpPr>
            <a:cxnSpLocks/>
          </p:cNvCxnSpPr>
          <p:nvPr/>
        </p:nvCxnSpPr>
        <p:spPr>
          <a:xfrm flipH="1">
            <a:off x="3167060" y="2484165"/>
            <a:ext cx="558439" cy="2080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EB84A082-3415-495F-8AFE-1253E09EC4BE}"/>
              </a:ext>
            </a:extLst>
          </p:cNvPr>
          <p:cNvCxnSpPr>
            <a:cxnSpLocks/>
          </p:cNvCxnSpPr>
          <p:nvPr/>
        </p:nvCxnSpPr>
        <p:spPr>
          <a:xfrm flipH="1">
            <a:off x="3021267" y="2464627"/>
            <a:ext cx="963150" cy="2107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5E2D50CC-85B5-496F-AB25-C55E69762AE9}"/>
              </a:ext>
            </a:extLst>
          </p:cNvPr>
          <p:cNvCxnSpPr>
            <a:cxnSpLocks/>
          </p:cNvCxnSpPr>
          <p:nvPr/>
        </p:nvCxnSpPr>
        <p:spPr>
          <a:xfrm flipH="1">
            <a:off x="3116169" y="2471297"/>
            <a:ext cx="1034286" cy="20741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F2234872-FC42-4DB1-8B02-3BC3D54614B8}"/>
              </a:ext>
            </a:extLst>
          </p:cNvPr>
          <p:cNvCxnSpPr>
            <a:cxnSpLocks/>
          </p:cNvCxnSpPr>
          <p:nvPr/>
        </p:nvCxnSpPr>
        <p:spPr>
          <a:xfrm flipH="1">
            <a:off x="3115448" y="2756270"/>
            <a:ext cx="1001139" cy="1789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E8D04501-E467-4A35-9DAF-98CDDD3986BC}"/>
              </a:ext>
            </a:extLst>
          </p:cNvPr>
          <p:cNvCxnSpPr>
            <a:cxnSpLocks/>
          </p:cNvCxnSpPr>
          <p:nvPr/>
        </p:nvCxnSpPr>
        <p:spPr>
          <a:xfrm flipH="1">
            <a:off x="3115726" y="2099916"/>
            <a:ext cx="570263" cy="2445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232D5B5B-3FB2-456D-8A7A-41CA5B5AA8B7}"/>
              </a:ext>
            </a:extLst>
          </p:cNvPr>
          <p:cNvCxnSpPr>
            <a:cxnSpLocks/>
          </p:cNvCxnSpPr>
          <p:nvPr/>
        </p:nvCxnSpPr>
        <p:spPr>
          <a:xfrm flipH="1">
            <a:off x="3127267" y="2133525"/>
            <a:ext cx="830463" cy="2411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570326B0-0FF4-46EC-B06A-34CFB81A6869}"/>
              </a:ext>
            </a:extLst>
          </p:cNvPr>
          <p:cNvCxnSpPr>
            <a:cxnSpLocks/>
          </p:cNvCxnSpPr>
          <p:nvPr/>
        </p:nvCxnSpPr>
        <p:spPr>
          <a:xfrm flipH="1">
            <a:off x="3035080" y="2140195"/>
            <a:ext cx="1140226" cy="2424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1" name="Oval 130">
            <a:extLst>
              <a:ext uri="{FF2B5EF4-FFF2-40B4-BE49-F238E27FC236}">
                <a16:creationId xmlns:a16="http://schemas.microsoft.com/office/drawing/2014/main" id="{53D8891C-9098-44DB-8AB4-5E0A46D4475E}"/>
              </a:ext>
            </a:extLst>
          </p:cNvPr>
          <p:cNvSpPr/>
          <p:nvPr/>
        </p:nvSpPr>
        <p:spPr>
          <a:xfrm>
            <a:off x="5365876" y="556871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8510E7E1-2089-4FF0-AB71-67237C5DBD1B}"/>
              </a:ext>
            </a:extLst>
          </p:cNvPr>
          <p:cNvSpPr/>
          <p:nvPr/>
        </p:nvSpPr>
        <p:spPr>
          <a:xfrm>
            <a:off x="5365876" y="576926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380BAD47-CC3C-4630-8803-F1EEB535808C}"/>
              </a:ext>
            </a:extLst>
          </p:cNvPr>
          <p:cNvSpPr/>
          <p:nvPr/>
        </p:nvSpPr>
        <p:spPr>
          <a:xfrm>
            <a:off x="5192881" y="558257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4DA8A12E-EC67-4D8C-BADD-09750A4871E8}"/>
              </a:ext>
            </a:extLst>
          </p:cNvPr>
          <p:cNvSpPr/>
          <p:nvPr/>
        </p:nvSpPr>
        <p:spPr>
          <a:xfrm>
            <a:off x="5192880" y="576926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8161164E-6298-4588-8748-CEB152CEE279}"/>
              </a:ext>
            </a:extLst>
          </p:cNvPr>
          <p:cNvSpPr/>
          <p:nvPr/>
        </p:nvSpPr>
        <p:spPr>
          <a:xfrm>
            <a:off x="5098859" y="6186812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D116859B-E0AB-4D90-8A32-22E0C8C44F3D}"/>
              </a:ext>
            </a:extLst>
          </p:cNvPr>
          <p:cNvSpPr/>
          <p:nvPr/>
        </p:nvSpPr>
        <p:spPr>
          <a:xfrm>
            <a:off x="4925864" y="6186812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B7637298-D137-4C9C-B824-96D3204B47E4}"/>
              </a:ext>
            </a:extLst>
          </p:cNvPr>
          <p:cNvSpPr/>
          <p:nvPr/>
        </p:nvSpPr>
        <p:spPr>
          <a:xfrm>
            <a:off x="5185356" y="5412866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B34A456D-A313-4FB0-BA83-FDA354D3B361}"/>
              </a:ext>
            </a:extLst>
          </p:cNvPr>
          <p:cNvSpPr/>
          <p:nvPr/>
        </p:nvSpPr>
        <p:spPr>
          <a:xfrm>
            <a:off x="4817873" y="5563500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1E617F0B-10DF-44D7-85E6-3223056AF2B7}"/>
              </a:ext>
            </a:extLst>
          </p:cNvPr>
          <p:cNvSpPr/>
          <p:nvPr/>
        </p:nvSpPr>
        <p:spPr>
          <a:xfrm>
            <a:off x="4825398" y="539378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AA759E5A-FF70-49A3-81D4-26B89EFC7077}"/>
              </a:ext>
            </a:extLst>
          </p:cNvPr>
          <p:cNvSpPr txBox="1"/>
          <p:nvPr/>
        </p:nvSpPr>
        <p:spPr>
          <a:xfrm>
            <a:off x="5434636" y="5645495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30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987EB11-C2E4-49CF-AA42-73199705BDB4}"/>
              </a:ext>
            </a:extLst>
          </p:cNvPr>
          <p:cNvSpPr txBox="1"/>
          <p:nvPr/>
        </p:nvSpPr>
        <p:spPr>
          <a:xfrm>
            <a:off x="5435864" y="5443458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29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EBFDD69A-CD25-4B2E-9D18-4616363C0E48}"/>
              </a:ext>
            </a:extLst>
          </p:cNvPr>
          <p:cNvSpPr txBox="1"/>
          <p:nvPr/>
        </p:nvSpPr>
        <p:spPr>
          <a:xfrm>
            <a:off x="5068381" y="5173129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32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6742646-B32B-4851-8210-97609C700900}"/>
              </a:ext>
            </a:extLst>
          </p:cNvPr>
          <p:cNvSpPr txBox="1"/>
          <p:nvPr/>
        </p:nvSpPr>
        <p:spPr>
          <a:xfrm>
            <a:off x="4928400" y="5684259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31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E36BCB96-1A2F-4E3F-BC11-D4F673753E8A}"/>
              </a:ext>
            </a:extLst>
          </p:cNvPr>
          <p:cNvSpPr txBox="1"/>
          <p:nvPr/>
        </p:nvSpPr>
        <p:spPr>
          <a:xfrm>
            <a:off x="4948624" y="5478644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33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BC7AF6D1-69A8-4095-B6CB-DF51A49DD899}"/>
              </a:ext>
            </a:extLst>
          </p:cNvPr>
          <p:cNvSpPr txBox="1"/>
          <p:nvPr/>
        </p:nvSpPr>
        <p:spPr>
          <a:xfrm>
            <a:off x="4524039" y="5293978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34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C50D0C22-2524-4696-9196-D6781A7F51EB}"/>
              </a:ext>
            </a:extLst>
          </p:cNvPr>
          <p:cNvSpPr txBox="1"/>
          <p:nvPr/>
        </p:nvSpPr>
        <p:spPr>
          <a:xfrm>
            <a:off x="4502427" y="5513595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35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5A549B2-DB69-4ACA-B77D-8465E03A04D4}"/>
              </a:ext>
            </a:extLst>
          </p:cNvPr>
          <p:cNvSpPr txBox="1"/>
          <p:nvPr/>
        </p:nvSpPr>
        <p:spPr>
          <a:xfrm>
            <a:off x="5185356" y="6095864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36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F5BFFEC-E990-4542-8A40-ADCBD89A782B}"/>
              </a:ext>
            </a:extLst>
          </p:cNvPr>
          <p:cNvSpPr txBox="1"/>
          <p:nvPr/>
        </p:nvSpPr>
        <p:spPr>
          <a:xfrm>
            <a:off x="4608541" y="6122145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37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598619BF-49CC-491F-A64F-ACAB6A28361A}"/>
              </a:ext>
            </a:extLst>
          </p:cNvPr>
          <p:cNvCxnSpPr>
            <a:stCxn id="146" idx="3"/>
          </p:cNvCxnSpPr>
          <p:nvPr/>
        </p:nvCxnSpPr>
        <p:spPr>
          <a:xfrm flipH="1" flipV="1">
            <a:off x="3167060" y="4620365"/>
            <a:ext cx="1769081" cy="1077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595AB770-EDA5-425C-9D7C-CDA212DBDB13}"/>
              </a:ext>
            </a:extLst>
          </p:cNvPr>
          <p:cNvCxnSpPr>
            <a:cxnSpLocks/>
          </p:cNvCxnSpPr>
          <p:nvPr/>
        </p:nvCxnSpPr>
        <p:spPr>
          <a:xfrm flipH="1" flipV="1">
            <a:off x="3167059" y="4653974"/>
            <a:ext cx="1775524" cy="1593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19FE3AFC-2145-41F3-835B-74891DC87B0A}"/>
              </a:ext>
            </a:extLst>
          </p:cNvPr>
          <p:cNvCxnSpPr>
            <a:cxnSpLocks/>
          </p:cNvCxnSpPr>
          <p:nvPr/>
        </p:nvCxnSpPr>
        <p:spPr>
          <a:xfrm flipH="1" flipV="1">
            <a:off x="3167058" y="4734048"/>
            <a:ext cx="2100613" cy="1572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DBD66582-FC5D-4BA3-8E71-09553BD9348C}"/>
              </a:ext>
            </a:extLst>
          </p:cNvPr>
          <p:cNvCxnSpPr>
            <a:cxnSpLocks/>
          </p:cNvCxnSpPr>
          <p:nvPr/>
        </p:nvCxnSpPr>
        <p:spPr>
          <a:xfrm flipH="1" flipV="1">
            <a:off x="3184399" y="4653074"/>
            <a:ext cx="1996762" cy="8394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5A41C6E6-58A1-4755-ADD7-B29FB700C497}"/>
              </a:ext>
            </a:extLst>
          </p:cNvPr>
          <p:cNvCxnSpPr>
            <a:cxnSpLocks/>
          </p:cNvCxnSpPr>
          <p:nvPr/>
        </p:nvCxnSpPr>
        <p:spPr>
          <a:xfrm flipH="1" flipV="1">
            <a:off x="3176874" y="4663820"/>
            <a:ext cx="2101359" cy="992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F018C6C8-BCAE-4C58-BB32-05EAF2EAB2CD}"/>
              </a:ext>
            </a:extLst>
          </p:cNvPr>
          <p:cNvCxnSpPr>
            <a:cxnSpLocks/>
          </p:cNvCxnSpPr>
          <p:nvPr/>
        </p:nvCxnSpPr>
        <p:spPr>
          <a:xfrm flipH="1" flipV="1">
            <a:off x="3156496" y="4691775"/>
            <a:ext cx="2114213" cy="11558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F67A2A01-04D2-401B-97EC-5A82EC726ED8}"/>
              </a:ext>
            </a:extLst>
          </p:cNvPr>
          <p:cNvCxnSpPr>
            <a:cxnSpLocks/>
          </p:cNvCxnSpPr>
          <p:nvPr/>
        </p:nvCxnSpPr>
        <p:spPr>
          <a:xfrm flipH="1" flipV="1">
            <a:off x="3183171" y="4651295"/>
            <a:ext cx="2228456" cy="1189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F8CBD977-3632-455E-8BE8-2D8D17AD7BF1}"/>
              </a:ext>
            </a:extLst>
          </p:cNvPr>
          <p:cNvCxnSpPr>
            <a:cxnSpLocks/>
          </p:cNvCxnSpPr>
          <p:nvPr/>
        </p:nvCxnSpPr>
        <p:spPr>
          <a:xfrm flipH="1" flipV="1">
            <a:off x="3247574" y="4688541"/>
            <a:ext cx="2118301" cy="908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5" name="Oval 164">
            <a:extLst>
              <a:ext uri="{FF2B5EF4-FFF2-40B4-BE49-F238E27FC236}">
                <a16:creationId xmlns:a16="http://schemas.microsoft.com/office/drawing/2014/main" id="{63B63101-355F-4EED-BA89-1551BF90344D}"/>
              </a:ext>
            </a:extLst>
          </p:cNvPr>
          <p:cNvSpPr/>
          <p:nvPr/>
        </p:nvSpPr>
        <p:spPr>
          <a:xfrm>
            <a:off x="1747386" y="5870560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51419A14-C99B-484A-87DA-51AFA8960EFE}"/>
              </a:ext>
            </a:extLst>
          </p:cNvPr>
          <p:cNvSpPr/>
          <p:nvPr/>
        </p:nvSpPr>
        <p:spPr>
          <a:xfrm>
            <a:off x="1819908" y="569921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EE0CFE55-A8BA-4B24-B01E-B71F262B525C}"/>
              </a:ext>
            </a:extLst>
          </p:cNvPr>
          <p:cNvSpPr/>
          <p:nvPr/>
        </p:nvSpPr>
        <p:spPr>
          <a:xfrm>
            <a:off x="2122426" y="586892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A6EEE3F5-F188-4F2E-BEE9-666CDB010434}"/>
              </a:ext>
            </a:extLst>
          </p:cNvPr>
          <p:cNvSpPr/>
          <p:nvPr/>
        </p:nvSpPr>
        <p:spPr>
          <a:xfrm>
            <a:off x="2196529" y="574530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963F884C-71A0-46B7-8B0D-872961155FFE}"/>
              </a:ext>
            </a:extLst>
          </p:cNvPr>
          <p:cNvSpPr/>
          <p:nvPr/>
        </p:nvSpPr>
        <p:spPr>
          <a:xfrm>
            <a:off x="2526497" y="5421656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64658531-197B-43D4-9FF7-6CCC1707209F}"/>
              </a:ext>
            </a:extLst>
          </p:cNvPr>
          <p:cNvSpPr/>
          <p:nvPr/>
        </p:nvSpPr>
        <p:spPr>
          <a:xfrm>
            <a:off x="2530986" y="5614357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A0B62B71-E420-40BF-B557-3E5E346E9A15}"/>
              </a:ext>
            </a:extLst>
          </p:cNvPr>
          <p:cNvSpPr/>
          <p:nvPr/>
        </p:nvSpPr>
        <p:spPr>
          <a:xfrm>
            <a:off x="3201822" y="5209122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AF0708D8-C415-437C-8144-30037A2CC308}"/>
              </a:ext>
            </a:extLst>
          </p:cNvPr>
          <p:cNvSpPr/>
          <p:nvPr/>
        </p:nvSpPr>
        <p:spPr>
          <a:xfrm>
            <a:off x="3194298" y="505789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E1A60BC2-B636-46F2-907D-DF668FCEB5D3}"/>
              </a:ext>
            </a:extLst>
          </p:cNvPr>
          <p:cNvSpPr/>
          <p:nvPr/>
        </p:nvSpPr>
        <p:spPr>
          <a:xfrm>
            <a:off x="2202971" y="558611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6F3DA381-BCE1-4057-B916-F257D06DCBDC}"/>
              </a:ext>
            </a:extLst>
          </p:cNvPr>
          <p:cNvSpPr/>
          <p:nvPr/>
        </p:nvSpPr>
        <p:spPr>
          <a:xfrm>
            <a:off x="2196528" y="5458412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CC50ECDB-AA05-4B43-9A75-A5F7D5AD916E}"/>
              </a:ext>
            </a:extLst>
          </p:cNvPr>
          <p:cNvSpPr/>
          <p:nvPr/>
        </p:nvSpPr>
        <p:spPr>
          <a:xfrm>
            <a:off x="2737771" y="584511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19859F63-FB89-4643-9D38-03C9E04983BE}"/>
              </a:ext>
            </a:extLst>
          </p:cNvPr>
          <p:cNvSpPr/>
          <p:nvPr/>
        </p:nvSpPr>
        <p:spPr>
          <a:xfrm>
            <a:off x="3208204" y="557205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BC70EADE-3EF7-49F1-A15C-88FCC6E0225E}"/>
              </a:ext>
            </a:extLst>
          </p:cNvPr>
          <p:cNvSpPr/>
          <p:nvPr/>
        </p:nvSpPr>
        <p:spPr>
          <a:xfrm>
            <a:off x="3201821" y="579175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4945D0ED-8E19-4136-80BE-9F7F165411A7}"/>
              </a:ext>
            </a:extLst>
          </p:cNvPr>
          <p:cNvSpPr/>
          <p:nvPr/>
        </p:nvSpPr>
        <p:spPr>
          <a:xfrm>
            <a:off x="2498948" y="5883879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443AEA88-D0A3-4BA4-BE95-3B0628B72A46}"/>
              </a:ext>
            </a:extLst>
          </p:cNvPr>
          <p:cNvSpPr txBox="1"/>
          <p:nvPr/>
        </p:nvSpPr>
        <p:spPr>
          <a:xfrm>
            <a:off x="1440470" y="5776800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38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C0A52EA-249F-41C1-BAF1-4711AC862592}"/>
              </a:ext>
            </a:extLst>
          </p:cNvPr>
          <p:cNvSpPr txBox="1"/>
          <p:nvPr/>
        </p:nvSpPr>
        <p:spPr>
          <a:xfrm>
            <a:off x="1514573" y="5612806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39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266829FB-3FFF-4ED5-A6DE-F80DDDB7DF41}"/>
              </a:ext>
            </a:extLst>
          </p:cNvPr>
          <p:cNvSpPr txBox="1"/>
          <p:nvPr/>
        </p:nvSpPr>
        <p:spPr>
          <a:xfrm>
            <a:off x="1911363" y="5944302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40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CE678A48-425D-4EF8-865E-9CDFAB632A4F}"/>
              </a:ext>
            </a:extLst>
          </p:cNvPr>
          <p:cNvSpPr txBox="1"/>
          <p:nvPr/>
        </p:nvSpPr>
        <p:spPr>
          <a:xfrm>
            <a:off x="2149518" y="5649308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41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04A9D0DC-6D06-4462-B3A9-9943B0B3F3B5}"/>
              </a:ext>
            </a:extLst>
          </p:cNvPr>
          <p:cNvSpPr txBox="1"/>
          <p:nvPr/>
        </p:nvSpPr>
        <p:spPr>
          <a:xfrm>
            <a:off x="2574767" y="5319363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42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05F7D19E-805B-4339-8C1F-5D49290274FF}"/>
              </a:ext>
            </a:extLst>
          </p:cNvPr>
          <p:cNvSpPr txBox="1"/>
          <p:nvPr/>
        </p:nvSpPr>
        <p:spPr>
          <a:xfrm>
            <a:off x="2582291" y="5534865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43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AA18B865-5A30-40EA-88F8-507C9D9A367D}"/>
              </a:ext>
            </a:extLst>
          </p:cNvPr>
          <p:cNvSpPr txBox="1"/>
          <p:nvPr/>
        </p:nvSpPr>
        <p:spPr>
          <a:xfrm>
            <a:off x="2759726" y="5784069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45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C9FFDC66-1BC0-48CA-BFE6-85E177D844A0}"/>
              </a:ext>
            </a:extLst>
          </p:cNvPr>
          <p:cNvSpPr txBox="1"/>
          <p:nvPr/>
        </p:nvSpPr>
        <p:spPr>
          <a:xfrm>
            <a:off x="1964559" y="5505974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46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F776CDF4-DB0C-4CB2-9B10-204BCA0D646A}"/>
              </a:ext>
            </a:extLst>
          </p:cNvPr>
          <p:cNvSpPr txBox="1"/>
          <p:nvPr/>
        </p:nvSpPr>
        <p:spPr>
          <a:xfrm>
            <a:off x="1944768" y="5339637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47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61079AB1-C969-47E4-B745-0936FAAA9994}"/>
              </a:ext>
            </a:extLst>
          </p:cNvPr>
          <p:cNvSpPr txBox="1"/>
          <p:nvPr/>
        </p:nvSpPr>
        <p:spPr>
          <a:xfrm>
            <a:off x="3256548" y="5711438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48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CB3627AE-8194-4A49-9EBB-2A84D6C3F3F1}"/>
              </a:ext>
            </a:extLst>
          </p:cNvPr>
          <p:cNvSpPr txBox="1"/>
          <p:nvPr/>
        </p:nvSpPr>
        <p:spPr>
          <a:xfrm>
            <a:off x="3236864" y="5479800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49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34561FED-7CDA-4042-B141-506B138B84C8}"/>
              </a:ext>
            </a:extLst>
          </p:cNvPr>
          <p:cNvSpPr txBox="1"/>
          <p:nvPr/>
        </p:nvSpPr>
        <p:spPr>
          <a:xfrm>
            <a:off x="3236863" y="5108641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50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DDBA5BF8-B32F-44AB-B390-A1F5381A32FD}"/>
              </a:ext>
            </a:extLst>
          </p:cNvPr>
          <p:cNvSpPr txBox="1"/>
          <p:nvPr/>
        </p:nvSpPr>
        <p:spPr>
          <a:xfrm>
            <a:off x="3231111" y="4982672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51</a:t>
            </a:r>
          </a:p>
        </p:txBody>
      </p: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B139E61D-AA27-4E54-8C3A-CE96BD7033DF}"/>
              </a:ext>
            </a:extLst>
          </p:cNvPr>
          <p:cNvCxnSpPr>
            <a:cxnSpLocks/>
          </p:cNvCxnSpPr>
          <p:nvPr/>
        </p:nvCxnSpPr>
        <p:spPr>
          <a:xfrm flipH="1" flipV="1">
            <a:off x="1658007" y="5412866"/>
            <a:ext cx="940768" cy="49662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8ADFF1E6-6AA3-487F-A55F-21730280778C}"/>
              </a:ext>
            </a:extLst>
          </p:cNvPr>
          <p:cNvCxnSpPr>
            <a:cxnSpLocks/>
          </p:cNvCxnSpPr>
          <p:nvPr/>
        </p:nvCxnSpPr>
        <p:spPr>
          <a:xfrm flipV="1">
            <a:off x="1658007" y="4777343"/>
            <a:ext cx="1546759" cy="63552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F9E9CE5A-4466-4BDF-B48A-65D7C7CF054E}"/>
              </a:ext>
            </a:extLst>
          </p:cNvPr>
          <p:cNvCxnSpPr>
            <a:stCxn id="181" idx="3"/>
          </p:cNvCxnSpPr>
          <p:nvPr/>
        </p:nvCxnSpPr>
        <p:spPr>
          <a:xfrm flipV="1">
            <a:off x="1948287" y="4777342"/>
            <a:ext cx="1175896" cy="1020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3748586E-ECA2-4E23-A2CF-D5B7807D683C}"/>
              </a:ext>
            </a:extLst>
          </p:cNvPr>
          <p:cNvCxnSpPr>
            <a:cxnSpLocks/>
          </p:cNvCxnSpPr>
          <p:nvPr/>
        </p:nvCxnSpPr>
        <p:spPr>
          <a:xfrm flipV="1">
            <a:off x="1901717" y="4757345"/>
            <a:ext cx="1210709" cy="1233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D224E32C-84CD-456B-A1D4-9E6C892D6C4D}"/>
              </a:ext>
            </a:extLst>
          </p:cNvPr>
          <p:cNvCxnSpPr>
            <a:cxnSpLocks/>
          </p:cNvCxnSpPr>
          <p:nvPr/>
        </p:nvCxnSpPr>
        <p:spPr>
          <a:xfrm flipV="1">
            <a:off x="2239232" y="4729462"/>
            <a:ext cx="860298" cy="1201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2590E18B-FE28-4465-AEAB-D06373C0FB04}"/>
              </a:ext>
            </a:extLst>
          </p:cNvPr>
          <p:cNvCxnSpPr>
            <a:cxnSpLocks/>
          </p:cNvCxnSpPr>
          <p:nvPr/>
        </p:nvCxnSpPr>
        <p:spPr>
          <a:xfrm flipV="1">
            <a:off x="2761244" y="4609505"/>
            <a:ext cx="389749" cy="1354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162315A7-984A-4027-BD9E-77630F5E03EC}"/>
              </a:ext>
            </a:extLst>
          </p:cNvPr>
          <p:cNvCxnSpPr>
            <a:cxnSpLocks/>
          </p:cNvCxnSpPr>
          <p:nvPr/>
        </p:nvCxnSpPr>
        <p:spPr>
          <a:xfrm flipH="1" flipV="1">
            <a:off x="3155001" y="4681156"/>
            <a:ext cx="89860" cy="1183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9D977DFC-9782-424B-98B8-68AA087AA45D}"/>
              </a:ext>
            </a:extLst>
          </p:cNvPr>
          <p:cNvCxnSpPr>
            <a:cxnSpLocks/>
          </p:cNvCxnSpPr>
          <p:nvPr/>
        </p:nvCxnSpPr>
        <p:spPr>
          <a:xfrm flipH="1" flipV="1">
            <a:off x="3214212" y="4407935"/>
            <a:ext cx="89860" cy="1183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44B8A28E-779B-4E87-A4CA-A443EE3E31D5}"/>
              </a:ext>
            </a:extLst>
          </p:cNvPr>
          <p:cNvCxnSpPr>
            <a:cxnSpLocks/>
          </p:cNvCxnSpPr>
          <p:nvPr/>
        </p:nvCxnSpPr>
        <p:spPr>
          <a:xfrm flipH="1" flipV="1">
            <a:off x="3112114" y="4569237"/>
            <a:ext cx="145627" cy="700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9710C15D-8805-4CB2-8DC4-DF5DF98394C8}"/>
              </a:ext>
            </a:extLst>
          </p:cNvPr>
          <p:cNvCxnSpPr>
            <a:cxnSpLocks/>
          </p:cNvCxnSpPr>
          <p:nvPr/>
        </p:nvCxnSpPr>
        <p:spPr>
          <a:xfrm flipH="1" flipV="1">
            <a:off x="3181055" y="4676046"/>
            <a:ext cx="69142" cy="348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B2F67CCB-1DB0-4F4A-B173-3E3B6E4578B6}"/>
              </a:ext>
            </a:extLst>
          </p:cNvPr>
          <p:cNvCxnSpPr>
            <a:cxnSpLocks/>
          </p:cNvCxnSpPr>
          <p:nvPr/>
        </p:nvCxnSpPr>
        <p:spPr>
          <a:xfrm flipV="1">
            <a:off x="2651324" y="4626437"/>
            <a:ext cx="567922" cy="1038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1B3392B2-DABF-464B-B014-D82B5CB59C14}"/>
              </a:ext>
            </a:extLst>
          </p:cNvPr>
          <p:cNvCxnSpPr>
            <a:cxnSpLocks/>
          </p:cNvCxnSpPr>
          <p:nvPr/>
        </p:nvCxnSpPr>
        <p:spPr>
          <a:xfrm flipV="1">
            <a:off x="2618534" y="4623256"/>
            <a:ext cx="536926" cy="8898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2C01DD54-9A22-4E5F-B99E-6C600594BF45}"/>
              </a:ext>
            </a:extLst>
          </p:cNvPr>
          <p:cNvCxnSpPr>
            <a:cxnSpLocks/>
          </p:cNvCxnSpPr>
          <p:nvPr/>
        </p:nvCxnSpPr>
        <p:spPr>
          <a:xfrm flipV="1">
            <a:off x="2426752" y="4585176"/>
            <a:ext cx="767419" cy="855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72EEE19C-BB37-4680-8069-4428808578B7}"/>
              </a:ext>
            </a:extLst>
          </p:cNvPr>
          <p:cNvCxnSpPr>
            <a:cxnSpLocks/>
          </p:cNvCxnSpPr>
          <p:nvPr/>
        </p:nvCxnSpPr>
        <p:spPr>
          <a:xfrm flipV="1">
            <a:off x="2287910" y="4716059"/>
            <a:ext cx="814333" cy="1049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4" name="Oval 223">
            <a:extLst>
              <a:ext uri="{FF2B5EF4-FFF2-40B4-BE49-F238E27FC236}">
                <a16:creationId xmlns:a16="http://schemas.microsoft.com/office/drawing/2014/main" id="{18D2C296-5BF3-43B9-A1FF-6C4AA11A2BDB}"/>
              </a:ext>
            </a:extLst>
          </p:cNvPr>
          <p:cNvSpPr/>
          <p:nvPr/>
        </p:nvSpPr>
        <p:spPr>
          <a:xfrm>
            <a:off x="1784801" y="383760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D8BD94BD-0567-48D6-BAF2-EB7657A407B3}"/>
              </a:ext>
            </a:extLst>
          </p:cNvPr>
          <p:cNvCxnSpPr>
            <a:cxnSpLocks/>
          </p:cNvCxnSpPr>
          <p:nvPr/>
        </p:nvCxnSpPr>
        <p:spPr>
          <a:xfrm>
            <a:off x="1869580" y="3920281"/>
            <a:ext cx="1273008" cy="625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B83C5D54-023B-4767-9619-C1F0E46304EB}"/>
              </a:ext>
            </a:extLst>
          </p:cNvPr>
          <p:cNvSpPr txBox="1"/>
          <p:nvPr/>
        </p:nvSpPr>
        <p:spPr>
          <a:xfrm>
            <a:off x="1663491" y="3614673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52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A10A7AB6-5743-4481-B7A4-95D32BB33669}"/>
              </a:ext>
            </a:extLst>
          </p:cNvPr>
          <p:cNvSpPr txBox="1"/>
          <p:nvPr/>
        </p:nvSpPr>
        <p:spPr>
          <a:xfrm>
            <a:off x="6593214" y="3976424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6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5BC77368-8706-412D-8E5D-FD00C9F8047C}"/>
              </a:ext>
            </a:extLst>
          </p:cNvPr>
          <p:cNvSpPr txBox="1"/>
          <p:nvPr/>
        </p:nvSpPr>
        <p:spPr>
          <a:xfrm>
            <a:off x="999980" y="1566656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5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602652AA-36DF-4887-9A56-0802A560B41D}"/>
              </a:ext>
            </a:extLst>
          </p:cNvPr>
          <p:cNvSpPr txBox="1"/>
          <p:nvPr/>
        </p:nvSpPr>
        <p:spPr>
          <a:xfrm>
            <a:off x="5661141" y="6369868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4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5220A40F-7CD6-4980-B2EB-9029C08B3E23}"/>
              </a:ext>
            </a:extLst>
          </p:cNvPr>
          <p:cNvSpPr txBox="1"/>
          <p:nvPr/>
        </p:nvSpPr>
        <p:spPr>
          <a:xfrm>
            <a:off x="1326283" y="6469463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2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D6C9A195-E7D5-4B95-94EF-4A938554A06E}"/>
              </a:ext>
            </a:extLst>
          </p:cNvPr>
          <p:cNvSpPr txBox="1"/>
          <p:nvPr/>
        </p:nvSpPr>
        <p:spPr>
          <a:xfrm>
            <a:off x="281281" y="5135621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3</a:t>
            </a: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F8E00D72-A623-4139-9364-49745455034A}"/>
              </a:ext>
            </a:extLst>
          </p:cNvPr>
          <p:cNvSpPr/>
          <p:nvPr/>
        </p:nvSpPr>
        <p:spPr>
          <a:xfrm>
            <a:off x="5319069" y="400439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CAED3072-5A63-4E7D-B24C-BFCB796704B1}"/>
              </a:ext>
            </a:extLst>
          </p:cNvPr>
          <p:cNvCxnSpPr>
            <a:cxnSpLocks/>
          </p:cNvCxnSpPr>
          <p:nvPr/>
        </p:nvCxnSpPr>
        <p:spPr>
          <a:xfrm flipH="1">
            <a:off x="3293703" y="4114185"/>
            <a:ext cx="2088635" cy="601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DE2936A9-B836-4D6F-A30E-ABA6421FCC1D}"/>
              </a:ext>
            </a:extLst>
          </p:cNvPr>
          <p:cNvSpPr txBox="1"/>
          <p:nvPr/>
        </p:nvSpPr>
        <p:spPr>
          <a:xfrm>
            <a:off x="5208936" y="3707041"/>
            <a:ext cx="555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211</a:t>
            </a:r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7EA4E4B9-6235-475B-B0BE-44C7FB3FD051}"/>
              </a:ext>
            </a:extLst>
          </p:cNvPr>
          <p:cNvSpPr/>
          <p:nvPr/>
        </p:nvSpPr>
        <p:spPr>
          <a:xfrm>
            <a:off x="4736590" y="398942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B7D2A308-CB07-4709-83FA-A77B83DAB6CD}"/>
              </a:ext>
            </a:extLst>
          </p:cNvPr>
          <p:cNvSpPr/>
          <p:nvPr/>
        </p:nvSpPr>
        <p:spPr>
          <a:xfrm>
            <a:off x="4732750" y="414090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26740761-AB48-4B61-B3C4-24B4BBCF9B65}"/>
              </a:ext>
            </a:extLst>
          </p:cNvPr>
          <p:cNvSpPr/>
          <p:nvPr/>
        </p:nvSpPr>
        <p:spPr>
          <a:xfrm>
            <a:off x="4583409" y="405308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224CFB30-7D2C-48B2-B0E4-C0A99DA58398}"/>
              </a:ext>
            </a:extLst>
          </p:cNvPr>
          <p:cNvSpPr txBox="1"/>
          <p:nvPr/>
        </p:nvSpPr>
        <p:spPr>
          <a:xfrm>
            <a:off x="4543057" y="3703618"/>
            <a:ext cx="555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212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D938D2F5-ADC9-49A2-8873-9910F2EE1E26}"/>
              </a:ext>
            </a:extLst>
          </p:cNvPr>
          <p:cNvSpPr txBox="1"/>
          <p:nvPr/>
        </p:nvSpPr>
        <p:spPr>
          <a:xfrm>
            <a:off x="4626469" y="4195193"/>
            <a:ext cx="555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214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D92F78AD-240B-4EA1-8634-1CFED0455540}"/>
              </a:ext>
            </a:extLst>
          </p:cNvPr>
          <p:cNvSpPr txBox="1"/>
          <p:nvPr/>
        </p:nvSpPr>
        <p:spPr>
          <a:xfrm>
            <a:off x="4146632" y="3953683"/>
            <a:ext cx="555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213</a:t>
            </a:r>
          </a:p>
        </p:txBody>
      </p: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32386309-2FC7-4D57-9688-025E4D0CC83B}"/>
              </a:ext>
            </a:extLst>
          </p:cNvPr>
          <p:cNvCxnSpPr>
            <a:cxnSpLocks/>
          </p:cNvCxnSpPr>
          <p:nvPr/>
        </p:nvCxnSpPr>
        <p:spPr>
          <a:xfrm flipH="1">
            <a:off x="3178550" y="4086221"/>
            <a:ext cx="1537738" cy="4861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1C2F5614-F4C8-4482-99ED-2531997C2FB8}"/>
              </a:ext>
            </a:extLst>
          </p:cNvPr>
          <p:cNvCxnSpPr>
            <a:cxnSpLocks/>
          </p:cNvCxnSpPr>
          <p:nvPr/>
        </p:nvCxnSpPr>
        <p:spPr>
          <a:xfrm flipH="1">
            <a:off x="3008442" y="4266595"/>
            <a:ext cx="1768514" cy="366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3A70DECD-D735-4EA6-A034-3EF33AF62768}"/>
              </a:ext>
            </a:extLst>
          </p:cNvPr>
          <p:cNvCxnSpPr>
            <a:cxnSpLocks/>
          </p:cNvCxnSpPr>
          <p:nvPr/>
        </p:nvCxnSpPr>
        <p:spPr>
          <a:xfrm flipH="1">
            <a:off x="3055012" y="4195238"/>
            <a:ext cx="1542169" cy="530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C69E3774-DC3A-4DBF-974C-4010F57BEE9C}"/>
              </a:ext>
            </a:extLst>
          </p:cNvPr>
          <p:cNvSpPr txBox="1"/>
          <p:nvPr/>
        </p:nvSpPr>
        <p:spPr>
          <a:xfrm>
            <a:off x="3184398" y="4342904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4D256A43-490B-42DC-A41D-3C5A221E4D42}"/>
              </a:ext>
            </a:extLst>
          </p:cNvPr>
          <p:cNvSpPr txBox="1"/>
          <p:nvPr/>
        </p:nvSpPr>
        <p:spPr>
          <a:xfrm>
            <a:off x="2381918" y="5909489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3120607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34F1B-55A2-4EAD-AE71-80F2F2F45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0548" y="179595"/>
            <a:ext cx="4330148" cy="1325563"/>
          </a:xfrm>
        </p:spPr>
        <p:txBody>
          <a:bodyPr/>
          <a:lstStyle/>
          <a:p>
            <a:r>
              <a:rPr lang="en-NZ" dirty="0"/>
              <a:t>Level 2 31-10-19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1F3BE77-F1DD-4C52-8CC7-94AA02535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304" y="179595"/>
            <a:ext cx="7199245" cy="6352134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775D88DB-0206-40F1-8C45-1F677D284A65}"/>
              </a:ext>
            </a:extLst>
          </p:cNvPr>
          <p:cNvSpPr/>
          <p:nvPr/>
        </p:nvSpPr>
        <p:spPr>
          <a:xfrm>
            <a:off x="2856117" y="2996424"/>
            <a:ext cx="134577" cy="1482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02A129-15D7-496C-A0CC-917BB286D1CA}"/>
              </a:ext>
            </a:extLst>
          </p:cNvPr>
          <p:cNvSpPr/>
          <p:nvPr/>
        </p:nvSpPr>
        <p:spPr>
          <a:xfrm>
            <a:off x="2856117" y="2313937"/>
            <a:ext cx="134577" cy="1482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3303D1C-EF52-4BD4-83FB-9104003F942D}"/>
              </a:ext>
            </a:extLst>
          </p:cNvPr>
          <p:cNvSpPr/>
          <p:nvPr/>
        </p:nvSpPr>
        <p:spPr>
          <a:xfrm>
            <a:off x="2856117" y="2462218"/>
            <a:ext cx="134577" cy="1482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97EF077-6A9F-40E8-B272-7F0226275B7F}"/>
              </a:ext>
            </a:extLst>
          </p:cNvPr>
          <p:cNvSpPr/>
          <p:nvPr/>
        </p:nvSpPr>
        <p:spPr>
          <a:xfrm>
            <a:off x="2721540" y="2996424"/>
            <a:ext cx="134577" cy="1482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B6B8F-E4BE-4B49-A27C-9D8071DCD695}"/>
              </a:ext>
            </a:extLst>
          </p:cNvPr>
          <p:cNvSpPr txBox="1"/>
          <p:nvPr/>
        </p:nvSpPr>
        <p:spPr>
          <a:xfrm>
            <a:off x="2923405" y="2203411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53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0AC4AA-3DE5-4128-9462-066F523A7C1B}"/>
              </a:ext>
            </a:extLst>
          </p:cNvPr>
          <p:cNvSpPr txBox="1"/>
          <p:nvPr/>
        </p:nvSpPr>
        <p:spPr>
          <a:xfrm>
            <a:off x="2923405" y="2388077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54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347ED4-2DEE-49C3-B44D-0CDDC3856CD8}"/>
              </a:ext>
            </a:extLst>
          </p:cNvPr>
          <p:cNvSpPr txBox="1"/>
          <p:nvPr/>
        </p:nvSpPr>
        <p:spPr>
          <a:xfrm>
            <a:off x="2887967" y="2905690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55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935238-CDAC-4D70-A566-9D033EC8A1C5}"/>
              </a:ext>
            </a:extLst>
          </p:cNvPr>
          <p:cNvSpPr txBox="1"/>
          <p:nvPr/>
        </p:nvSpPr>
        <p:spPr>
          <a:xfrm>
            <a:off x="2592358" y="3019459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56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8E37C61-65E5-4502-84D1-A61ECDD5CC3B}"/>
              </a:ext>
            </a:extLst>
          </p:cNvPr>
          <p:cNvSpPr/>
          <p:nvPr/>
        </p:nvSpPr>
        <p:spPr>
          <a:xfrm>
            <a:off x="2620608" y="2281374"/>
            <a:ext cx="134577" cy="1482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DDC5432-AAE0-4281-B6E5-9175C5FA0A2E}"/>
              </a:ext>
            </a:extLst>
          </p:cNvPr>
          <p:cNvSpPr/>
          <p:nvPr/>
        </p:nvSpPr>
        <p:spPr>
          <a:xfrm>
            <a:off x="2620608" y="2435242"/>
            <a:ext cx="134577" cy="1482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BF1E9B-4763-4532-AA78-8C790CC2373B}"/>
              </a:ext>
            </a:extLst>
          </p:cNvPr>
          <p:cNvSpPr/>
          <p:nvPr/>
        </p:nvSpPr>
        <p:spPr>
          <a:xfrm>
            <a:off x="2566099" y="2992483"/>
            <a:ext cx="134577" cy="1482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7CAEB73-9EA5-44B8-B506-C3FBAFAFF4A6}"/>
              </a:ext>
            </a:extLst>
          </p:cNvPr>
          <p:cNvSpPr/>
          <p:nvPr/>
        </p:nvSpPr>
        <p:spPr>
          <a:xfrm>
            <a:off x="2420682" y="2286120"/>
            <a:ext cx="134577" cy="1482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AE10E1B-8747-49C7-BD70-23D758CCC5C9}"/>
              </a:ext>
            </a:extLst>
          </p:cNvPr>
          <p:cNvSpPr/>
          <p:nvPr/>
        </p:nvSpPr>
        <p:spPr>
          <a:xfrm>
            <a:off x="2420681" y="2439963"/>
            <a:ext cx="134577" cy="1482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409010B-DF3D-4C12-B3FA-EF7598EAAB3C}"/>
              </a:ext>
            </a:extLst>
          </p:cNvPr>
          <p:cNvSpPr/>
          <p:nvPr/>
        </p:nvSpPr>
        <p:spPr>
          <a:xfrm>
            <a:off x="2413735" y="2992482"/>
            <a:ext cx="134577" cy="1482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0F9A40-7348-4CF5-ABCB-DEB2F3A5FBB2}"/>
              </a:ext>
            </a:extLst>
          </p:cNvPr>
          <p:cNvSpPr txBox="1"/>
          <p:nvPr/>
        </p:nvSpPr>
        <p:spPr>
          <a:xfrm>
            <a:off x="2556980" y="2089642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57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4DFB0B-0052-4B78-B2BF-36FAFF63D1F9}"/>
              </a:ext>
            </a:extLst>
          </p:cNvPr>
          <p:cNvSpPr txBox="1"/>
          <p:nvPr/>
        </p:nvSpPr>
        <p:spPr>
          <a:xfrm>
            <a:off x="2521614" y="2447108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58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4BA025-A09B-49D6-94B3-0C5DBCAA56B4}"/>
              </a:ext>
            </a:extLst>
          </p:cNvPr>
          <p:cNvSpPr txBox="1"/>
          <p:nvPr/>
        </p:nvSpPr>
        <p:spPr>
          <a:xfrm>
            <a:off x="2452562" y="2765141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59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B56FE5-D09E-4A0F-9425-44BE60F912D5}"/>
              </a:ext>
            </a:extLst>
          </p:cNvPr>
          <p:cNvSpPr txBox="1"/>
          <p:nvPr/>
        </p:nvSpPr>
        <p:spPr>
          <a:xfrm>
            <a:off x="2270231" y="2086398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60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C1AAD6-8EF7-4E49-ABDB-917420E8CB0D}"/>
              </a:ext>
            </a:extLst>
          </p:cNvPr>
          <p:cNvSpPr txBox="1"/>
          <p:nvPr/>
        </p:nvSpPr>
        <p:spPr>
          <a:xfrm>
            <a:off x="2264166" y="2464561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61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818EA2-6A6B-4E3C-BD6E-775FFF4AE200}"/>
              </a:ext>
            </a:extLst>
          </p:cNvPr>
          <p:cNvSpPr txBox="1"/>
          <p:nvPr/>
        </p:nvSpPr>
        <p:spPr>
          <a:xfrm>
            <a:off x="2235705" y="3007972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62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7956390-4E22-44B2-B9D4-FB7E7A648380}"/>
              </a:ext>
            </a:extLst>
          </p:cNvPr>
          <p:cNvSpPr/>
          <p:nvPr/>
        </p:nvSpPr>
        <p:spPr>
          <a:xfrm>
            <a:off x="1809193" y="228098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885880E-B7FD-4BAE-AABF-6D7141697380}"/>
              </a:ext>
            </a:extLst>
          </p:cNvPr>
          <p:cNvSpPr/>
          <p:nvPr/>
        </p:nvSpPr>
        <p:spPr>
          <a:xfrm>
            <a:off x="1815257" y="244710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DE64FB5-6BF0-4208-B0A0-D98776614509}"/>
              </a:ext>
            </a:extLst>
          </p:cNvPr>
          <p:cNvSpPr/>
          <p:nvPr/>
        </p:nvSpPr>
        <p:spPr>
          <a:xfrm>
            <a:off x="1809192" y="261418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B619729-2274-4548-97AC-D3F6753DA925}"/>
              </a:ext>
            </a:extLst>
          </p:cNvPr>
          <p:cNvSpPr/>
          <p:nvPr/>
        </p:nvSpPr>
        <p:spPr>
          <a:xfrm>
            <a:off x="1818220" y="2849747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A33F4A5-4317-4168-B064-A1813D24F1DF}"/>
              </a:ext>
            </a:extLst>
          </p:cNvPr>
          <p:cNvSpPr/>
          <p:nvPr/>
        </p:nvSpPr>
        <p:spPr>
          <a:xfrm>
            <a:off x="1812547" y="3022926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A0B756A-0636-4575-A383-C24F074DB1B0}"/>
              </a:ext>
            </a:extLst>
          </p:cNvPr>
          <p:cNvSpPr/>
          <p:nvPr/>
        </p:nvSpPr>
        <p:spPr>
          <a:xfrm>
            <a:off x="1467596" y="227494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724DEDA-5F76-4CAD-9F0A-22D7EF738516}"/>
              </a:ext>
            </a:extLst>
          </p:cNvPr>
          <p:cNvSpPr/>
          <p:nvPr/>
        </p:nvSpPr>
        <p:spPr>
          <a:xfrm>
            <a:off x="1474355" y="2838260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5455DA5-3930-4EF1-AD86-C9BBC784C928}"/>
              </a:ext>
            </a:extLst>
          </p:cNvPr>
          <p:cNvSpPr/>
          <p:nvPr/>
        </p:nvSpPr>
        <p:spPr>
          <a:xfrm>
            <a:off x="1467596" y="302653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A313CF3-34E5-4572-B012-8435C910C58D}"/>
              </a:ext>
            </a:extLst>
          </p:cNvPr>
          <p:cNvSpPr/>
          <p:nvPr/>
        </p:nvSpPr>
        <p:spPr>
          <a:xfrm>
            <a:off x="1216343" y="227562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2420380-B14D-4B4A-BE89-59DBA9FEDFB3}"/>
              </a:ext>
            </a:extLst>
          </p:cNvPr>
          <p:cNvSpPr/>
          <p:nvPr/>
        </p:nvSpPr>
        <p:spPr>
          <a:xfrm>
            <a:off x="1216343" y="2463017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939CA7D-8BAC-4856-958D-98B756186C03}"/>
              </a:ext>
            </a:extLst>
          </p:cNvPr>
          <p:cNvSpPr/>
          <p:nvPr/>
        </p:nvSpPr>
        <p:spPr>
          <a:xfrm>
            <a:off x="1211238" y="268028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985E275-3227-452D-9928-9F564B375ED8}"/>
              </a:ext>
            </a:extLst>
          </p:cNvPr>
          <p:cNvSpPr/>
          <p:nvPr/>
        </p:nvSpPr>
        <p:spPr>
          <a:xfrm>
            <a:off x="1219136" y="2858326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7F5AFFB-48DB-4E84-A940-37B82AD9A024}"/>
              </a:ext>
            </a:extLst>
          </p:cNvPr>
          <p:cNvSpPr/>
          <p:nvPr/>
        </p:nvSpPr>
        <p:spPr>
          <a:xfrm>
            <a:off x="1226533" y="3022926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31127D-2522-46DD-81B0-1CCFECF636A7}"/>
              </a:ext>
            </a:extLst>
          </p:cNvPr>
          <p:cNvSpPr txBox="1"/>
          <p:nvPr/>
        </p:nvSpPr>
        <p:spPr>
          <a:xfrm>
            <a:off x="1870684" y="2166618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63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767663-B250-4F59-ABF4-D321A36E31B4}"/>
              </a:ext>
            </a:extLst>
          </p:cNvPr>
          <p:cNvSpPr txBox="1"/>
          <p:nvPr/>
        </p:nvSpPr>
        <p:spPr>
          <a:xfrm>
            <a:off x="1863313" y="2359190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64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4E4E251-22DC-49EC-AF18-AD8B2B6DF912}"/>
              </a:ext>
            </a:extLst>
          </p:cNvPr>
          <p:cNvSpPr txBox="1"/>
          <p:nvPr/>
        </p:nvSpPr>
        <p:spPr>
          <a:xfrm>
            <a:off x="1855452" y="2551439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65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5A7581-EF3B-439A-87C6-0A2E810D2B0C}"/>
              </a:ext>
            </a:extLst>
          </p:cNvPr>
          <p:cNvSpPr txBox="1"/>
          <p:nvPr/>
        </p:nvSpPr>
        <p:spPr>
          <a:xfrm>
            <a:off x="1869527" y="2749937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66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254560-C67F-4367-ABF7-549D58BB8A8D}"/>
              </a:ext>
            </a:extLst>
          </p:cNvPr>
          <p:cNvSpPr txBox="1"/>
          <p:nvPr/>
        </p:nvSpPr>
        <p:spPr>
          <a:xfrm>
            <a:off x="1863313" y="2954350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67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63CB27-8FAF-42D1-B9DC-10954E71C701}"/>
              </a:ext>
            </a:extLst>
          </p:cNvPr>
          <p:cNvSpPr txBox="1"/>
          <p:nvPr/>
        </p:nvSpPr>
        <p:spPr>
          <a:xfrm>
            <a:off x="1378359" y="2087463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68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5864FF7-AC9C-46A2-B641-72738A22BB29}"/>
              </a:ext>
            </a:extLst>
          </p:cNvPr>
          <p:cNvSpPr txBox="1"/>
          <p:nvPr/>
        </p:nvSpPr>
        <p:spPr>
          <a:xfrm>
            <a:off x="1392587" y="2644315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69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7DB8429-B8BE-4282-8073-89249EC72AFE}"/>
              </a:ext>
            </a:extLst>
          </p:cNvPr>
          <p:cNvSpPr txBox="1"/>
          <p:nvPr/>
        </p:nvSpPr>
        <p:spPr>
          <a:xfrm>
            <a:off x="1406206" y="3027077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70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47BC9CC-D677-460F-B9EC-B2B4062A5325}"/>
              </a:ext>
            </a:extLst>
          </p:cNvPr>
          <p:cNvSpPr txBox="1"/>
          <p:nvPr/>
        </p:nvSpPr>
        <p:spPr>
          <a:xfrm>
            <a:off x="1095593" y="2052754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71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955197B-0EA5-4DE0-8340-85EDCEA49EE8}"/>
              </a:ext>
            </a:extLst>
          </p:cNvPr>
          <p:cNvSpPr txBox="1"/>
          <p:nvPr/>
        </p:nvSpPr>
        <p:spPr>
          <a:xfrm>
            <a:off x="909279" y="2386628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72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C027DF0-14BA-4A45-8F30-3A07DD41D0DF}"/>
              </a:ext>
            </a:extLst>
          </p:cNvPr>
          <p:cNvSpPr txBox="1"/>
          <p:nvPr/>
        </p:nvSpPr>
        <p:spPr>
          <a:xfrm>
            <a:off x="883967" y="2595072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73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8B4ED53-D3DB-4483-B1E5-B8CCD4785C20}"/>
              </a:ext>
            </a:extLst>
          </p:cNvPr>
          <p:cNvSpPr txBox="1"/>
          <p:nvPr/>
        </p:nvSpPr>
        <p:spPr>
          <a:xfrm>
            <a:off x="908879" y="2769099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74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5B6574-FB9A-4FAE-9B5C-E8B3F4C975BC}"/>
              </a:ext>
            </a:extLst>
          </p:cNvPr>
          <p:cNvSpPr txBox="1"/>
          <p:nvPr/>
        </p:nvSpPr>
        <p:spPr>
          <a:xfrm>
            <a:off x="936696" y="2954350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75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52EFE72-B17F-43C9-8BF5-A97F57ECD90C}"/>
              </a:ext>
            </a:extLst>
          </p:cNvPr>
          <p:cNvCxnSpPr/>
          <p:nvPr/>
        </p:nvCxnSpPr>
        <p:spPr>
          <a:xfrm>
            <a:off x="2955328" y="2386628"/>
            <a:ext cx="1285368" cy="1655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2B52126-599F-4E58-BD2A-B314C94D2504}"/>
              </a:ext>
            </a:extLst>
          </p:cNvPr>
          <p:cNvCxnSpPr>
            <a:cxnSpLocks/>
          </p:cNvCxnSpPr>
          <p:nvPr/>
        </p:nvCxnSpPr>
        <p:spPr>
          <a:xfrm>
            <a:off x="2973115" y="2601845"/>
            <a:ext cx="1218693" cy="1440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0A38E34-837D-4933-B051-6DC86CCACD1A}"/>
              </a:ext>
            </a:extLst>
          </p:cNvPr>
          <p:cNvCxnSpPr>
            <a:cxnSpLocks/>
          </p:cNvCxnSpPr>
          <p:nvPr/>
        </p:nvCxnSpPr>
        <p:spPr>
          <a:xfrm>
            <a:off x="3019047" y="3109480"/>
            <a:ext cx="1221649" cy="932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C0A7C4B-5AB8-48B6-8089-12112ACC89F8}"/>
              </a:ext>
            </a:extLst>
          </p:cNvPr>
          <p:cNvCxnSpPr>
            <a:cxnSpLocks/>
          </p:cNvCxnSpPr>
          <p:nvPr/>
        </p:nvCxnSpPr>
        <p:spPr>
          <a:xfrm>
            <a:off x="2734481" y="2387061"/>
            <a:ext cx="1457327" cy="1654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EBFC64B-C7CC-4978-8051-A1A47981F640}"/>
              </a:ext>
            </a:extLst>
          </p:cNvPr>
          <p:cNvCxnSpPr>
            <a:cxnSpLocks/>
          </p:cNvCxnSpPr>
          <p:nvPr/>
        </p:nvCxnSpPr>
        <p:spPr>
          <a:xfrm>
            <a:off x="2773837" y="2614161"/>
            <a:ext cx="1446324" cy="1427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23543A1-04D5-4D9D-A800-80AEFC616314}"/>
              </a:ext>
            </a:extLst>
          </p:cNvPr>
          <p:cNvCxnSpPr>
            <a:cxnSpLocks/>
          </p:cNvCxnSpPr>
          <p:nvPr/>
        </p:nvCxnSpPr>
        <p:spPr>
          <a:xfrm>
            <a:off x="2815055" y="3076683"/>
            <a:ext cx="1376753" cy="9211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20AC0F6-FE6A-4745-8DDE-A6B048A4F092}"/>
              </a:ext>
            </a:extLst>
          </p:cNvPr>
          <p:cNvCxnSpPr>
            <a:cxnSpLocks/>
          </p:cNvCxnSpPr>
          <p:nvPr/>
        </p:nvCxnSpPr>
        <p:spPr>
          <a:xfrm>
            <a:off x="2524121" y="2374452"/>
            <a:ext cx="1667687" cy="1679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583BFBA-D85C-4D7E-8E77-4F8E24C905E6}"/>
              </a:ext>
            </a:extLst>
          </p:cNvPr>
          <p:cNvCxnSpPr>
            <a:cxnSpLocks/>
          </p:cNvCxnSpPr>
          <p:nvPr/>
        </p:nvCxnSpPr>
        <p:spPr>
          <a:xfrm>
            <a:off x="2539329" y="2557743"/>
            <a:ext cx="1698411" cy="1484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CD61B6A-4E96-416C-BBE5-65CFBD3C3DBF}"/>
              </a:ext>
            </a:extLst>
          </p:cNvPr>
          <p:cNvCxnSpPr>
            <a:cxnSpLocks/>
          </p:cNvCxnSpPr>
          <p:nvPr/>
        </p:nvCxnSpPr>
        <p:spPr>
          <a:xfrm>
            <a:off x="2642341" y="3130522"/>
            <a:ext cx="1652906" cy="900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B8F07D6-C370-4958-B095-F97FA5542EC2}"/>
              </a:ext>
            </a:extLst>
          </p:cNvPr>
          <p:cNvCxnSpPr>
            <a:cxnSpLocks/>
          </p:cNvCxnSpPr>
          <p:nvPr/>
        </p:nvCxnSpPr>
        <p:spPr>
          <a:xfrm>
            <a:off x="2524121" y="3076683"/>
            <a:ext cx="1759551" cy="994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5067CA8-EBCA-4DB2-8A0C-A6014C504EA0}"/>
              </a:ext>
            </a:extLst>
          </p:cNvPr>
          <p:cNvCxnSpPr>
            <a:cxnSpLocks/>
          </p:cNvCxnSpPr>
          <p:nvPr/>
        </p:nvCxnSpPr>
        <p:spPr>
          <a:xfrm>
            <a:off x="1913296" y="3167931"/>
            <a:ext cx="2328495" cy="903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97795F9-FED7-43BC-9B9C-C415D0E89637}"/>
              </a:ext>
            </a:extLst>
          </p:cNvPr>
          <p:cNvCxnSpPr>
            <a:cxnSpLocks/>
          </p:cNvCxnSpPr>
          <p:nvPr/>
        </p:nvCxnSpPr>
        <p:spPr>
          <a:xfrm>
            <a:off x="1900754" y="2984665"/>
            <a:ext cx="2180916" cy="977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93ABE44-BC3E-4F21-9CFB-F8283CF9A886}"/>
              </a:ext>
            </a:extLst>
          </p:cNvPr>
          <p:cNvCxnSpPr>
            <a:cxnSpLocks/>
          </p:cNvCxnSpPr>
          <p:nvPr/>
        </p:nvCxnSpPr>
        <p:spPr>
          <a:xfrm>
            <a:off x="1940906" y="2718841"/>
            <a:ext cx="2232904" cy="1287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DC9E3E2-4C00-4255-8E80-0302D591E93D}"/>
              </a:ext>
            </a:extLst>
          </p:cNvPr>
          <p:cNvCxnSpPr>
            <a:cxnSpLocks/>
          </p:cNvCxnSpPr>
          <p:nvPr/>
        </p:nvCxnSpPr>
        <p:spPr>
          <a:xfrm>
            <a:off x="1888725" y="2506132"/>
            <a:ext cx="2312695" cy="1499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1D3658D-441A-492F-A992-F7D3CC6FCF22}"/>
              </a:ext>
            </a:extLst>
          </p:cNvPr>
          <p:cNvCxnSpPr>
            <a:cxnSpLocks/>
          </p:cNvCxnSpPr>
          <p:nvPr/>
        </p:nvCxnSpPr>
        <p:spPr>
          <a:xfrm>
            <a:off x="1952584" y="2350223"/>
            <a:ext cx="2245797" cy="1557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B5DE785C-71BB-495C-B079-791D564D129D}"/>
              </a:ext>
            </a:extLst>
          </p:cNvPr>
          <p:cNvCxnSpPr>
            <a:cxnSpLocks/>
          </p:cNvCxnSpPr>
          <p:nvPr/>
        </p:nvCxnSpPr>
        <p:spPr>
          <a:xfrm>
            <a:off x="1566891" y="3130845"/>
            <a:ext cx="2554931" cy="8614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D0F8FE02-EA9A-425B-8491-DD4171A1FF79}"/>
              </a:ext>
            </a:extLst>
          </p:cNvPr>
          <p:cNvCxnSpPr>
            <a:cxnSpLocks/>
          </p:cNvCxnSpPr>
          <p:nvPr/>
        </p:nvCxnSpPr>
        <p:spPr>
          <a:xfrm>
            <a:off x="1569687" y="2971148"/>
            <a:ext cx="2575842" cy="1032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D37AF532-CB1E-4750-84A4-98D5903B3CAC}"/>
              </a:ext>
            </a:extLst>
          </p:cNvPr>
          <p:cNvCxnSpPr>
            <a:cxnSpLocks/>
          </p:cNvCxnSpPr>
          <p:nvPr/>
        </p:nvCxnSpPr>
        <p:spPr>
          <a:xfrm>
            <a:off x="1556579" y="2347175"/>
            <a:ext cx="2468217" cy="1617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BC4CAEF-5827-4057-8011-BE9CBD743BA1}"/>
              </a:ext>
            </a:extLst>
          </p:cNvPr>
          <p:cNvCxnSpPr>
            <a:cxnSpLocks/>
          </p:cNvCxnSpPr>
          <p:nvPr/>
        </p:nvCxnSpPr>
        <p:spPr>
          <a:xfrm>
            <a:off x="1345230" y="2347355"/>
            <a:ext cx="2504686" cy="1681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2631817B-6B6B-4DA6-8C36-331AED2966F1}"/>
              </a:ext>
            </a:extLst>
          </p:cNvPr>
          <p:cNvCxnSpPr>
            <a:cxnSpLocks/>
          </p:cNvCxnSpPr>
          <p:nvPr/>
        </p:nvCxnSpPr>
        <p:spPr>
          <a:xfrm>
            <a:off x="1331220" y="2559887"/>
            <a:ext cx="2589158" cy="1452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C6D63CFE-61F0-4998-B3D7-50E357C06625}"/>
              </a:ext>
            </a:extLst>
          </p:cNvPr>
          <p:cNvCxnSpPr>
            <a:cxnSpLocks/>
          </p:cNvCxnSpPr>
          <p:nvPr/>
        </p:nvCxnSpPr>
        <p:spPr>
          <a:xfrm>
            <a:off x="1305174" y="2771271"/>
            <a:ext cx="2639775" cy="1220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543F5BE0-89E4-44D6-8109-BB3EEB1FFD53}"/>
              </a:ext>
            </a:extLst>
          </p:cNvPr>
          <p:cNvCxnSpPr>
            <a:cxnSpLocks/>
          </p:cNvCxnSpPr>
          <p:nvPr/>
        </p:nvCxnSpPr>
        <p:spPr>
          <a:xfrm>
            <a:off x="1332889" y="2944057"/>
            <a:ext cx="2659048" cy="1100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EB8FE39-9A32-4D7E-B4D1-C77ADABE65BE}"/>
              </a:ext>
            </a:extLst>
          </p:cNvPr>
          <p:cNvCxnSpPr>
            <a:cxnSpLocks/>
          </p:cNvCxnSpPr>
          <p:nvPr/>
        </p:nvCxnSpPr>
        <p:spPr>
          <a:xfrm>
            <a:off x="1344194" y="3102538"/>
            <a:ext cx="2694492" cy="902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9DFFA7A4-7138-4297-9994-2B2546E45A18}"/>
              </a:ext>
            </a:extLst>
          </p:cNvPr>
          <p:cNvSpPr txBox="1"/>
          <p:nvPr/>
        </p:nvSpPr>
        <p:spPr>
          <a:xfrm>
            <a:off x="4295247" y="4724520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76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4614FE92-7311-4798-8B0D-DDF3CE293E31}"/>
              </a:ext>
            </a:extLst>
          </p:cNvPr>
          <p:cNvSpPr/>
          <p:nvPr/>
        </p:nvSpPr>
        <p:spPr>
          <a:xfrm>
            <a:off x="4642463" y="492587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8A83868-6137-4AA0-9F6A-31F0269964FC}"/>
              </a:ext>
            </a:extLst>
          </p:cNvPr>
          <p:cNvCxnSpPr>
            <a:cxnSpLocks/>
          </p:cNvCxnSpPr>
          <p:nvPr/>
        </p:nvCxnSpPr>
        <p:spPr>
          <a:xfrm flipH="1" flipV="1">
            <a:off x="4295247" y="4071682"/>
            <a:ext cx="433713" cy="1003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1" name="Oval 100">
            <a:extLst>
              <a:ext uri="{FF2B5EF4-FFF2-40B4-BE49-F238E27FC236}">
                <a16:creationId xmlns:a16="http://schemas.microsoft.com/office/drawing/2014/main" id="{DBC66027-A491-443F-B564-DE19E5B2D891}"/>
              </a:ext>
            </a:extLst>
          </p:cNvPr>
          <p:cNvSpPr/>
          <p:nvPr/>
        </p:nvSpPr>
        <p:spPr>
          <a:xfrm>
            <a:off x="1219136" y="562418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BBC01639-841A-40EC-B705-3A76FE3A3F5F}"/>
              </a:ext>
            </a:extLst>
          </p:cNvPr>
          <p:cNvSpPr/>
          <p:nvPr/>
        </p:nvSpPr>
        <p:spPr>
          <a:xfrm>
            <a:off x="1345957" y="544669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97FD1ADE-AEF1-4D1E-91F6-65B6F25F2B7F}"/>
              </a:ext>
            </a:extLst>
          </p:cNvPr>
          <p:cNvSpPr/>
          <p:nvPr/>
        </p:nvSpPr>
        <p:spPr>
          <a:xfrm>
            <a:off x="1607134" y="594676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BEFAB296-187F-4CB4-94F4-D97407EA6DB1}"/>
              </a:ext>
            </a:extLst>
          </p:cNvPr>
          <p:cNvSpPr/>
          <p:nvPr/>
        </p:nvSpPr>
        <p:spPr>
          <a:xfrm>
            <a:off x="1607105" y="613253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03499C8F-EABC-406B-97CF-268AC50DDAEF}"/>
              </a:ext>
            </a:extLst>
          </p:cNvPr>
          <p:cNvSpPr/>
          <p:nvPr/>
        </p:nvSpPr>
        <p:spPr>
          <a:xfrm>
            <a:off x="1607104" y="5790222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E0A57B24-7358-4D38-B0DD-CFE97B8D86D9}"/>
              </a:ext>
            </a:extLst>
          </p:cNvPr>
          <p:cNvSpPr/>
          <p:nvPr/>
        </p:nvSpPr>
        <p:spPr>
          <a:xfrm>
            <a:off x="1595216" y="5448597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C2A20422-4AE3-491F-95CF-6135D453FFB7}"/>
              </a:ext>
            </a:extLst>
          </p:cNvPr>
          <p:cNvSpPr/>
          <p:nvPr/>
        </p:nvSpPr>
        <p:spPr>
          <a:xfrm>
            <a:off x="1952584" y="6129646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42528456-3904-41E6-BA03-93D39ABCF45B}"/>
              </a:ext>
            </a:extLst>
          </p:cNvPr>
          <p:cNvSpPr/>
          <p:nvPr/>
        </p:nvSpPr>
        <p:spPr>
          <a:xfrm>
            <a:off x="1940906" y="595993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957C2F36-EFE3-4068-A1EA-6720334E98A7}"/>
              </a:ext>
            </a:extLst>
          </p:cNvPr>
          <p:cNvSpPr/>
          <p:nvPr/>
        </p:nvSpPr>
        <p:spPr>
          <a:xfrm>
            <a:off x="1952583" y="579389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62C87C99-1B73-4CD9-81FD-463C12CA0BA9}"/>
              </a:ext>
            </a:extLst>
          </p:cNvPr>
          <p:cNvSpPr/>
          <p:nvPr/>
        </p:nvSpPr>
        <p:spPr>
          <a:xfrm>
            <a:off x="2489418" y="544669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D3346ADC-4E22-4DFD-AB7F-6DEADE1999DE}"/>
              </a:ext>
            </a:extLst>
          </p:cNvPr>
          <p:cNvSpPr/>
          <p:nvPr/>
        </p:nvSpPr>
        <p:spPr>
          <a:xfrm>
            <a:off x="2496424" y="564803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995884A-72F6-460F-AD48-7EBD2B87CA2C}"/>
              </a:ext>
            </a:extLst>
          </p:cNvPr>
          <p:cNvSpPr txBox="1"/>
          <p:nvPr/>
        </p:nvSpPr>
        <p:spPr>
          <a:xfrm>
            <a:off x="943677" y="5531555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77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924662D-F6E5-4469-8EAA-D2AC0863068A}"/>
              </a:ext>
            </a:extLst>
          </p:cNvPr>
          <p:cNvSpPr txBox="1"/>
          <p:nvPr/>
        </p:nvSpPr>
        <p:spPr>
          <a:xfrm>
            <a:off x="1080878" y="5289305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78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84CD327-72E5-4753-B205-45BCDF4415B5}"/>
              </a:ext>
            </a:extLst>
          </p:cNvPr>
          <p:cNvSpPr txBox="1"/>
          <p:nvPr/>
        </p:nvSpPr>
        <p:spPr>
          <a:xfrm>
            <a:off x="1331220" y="6077285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79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275D55D1-AAE7-4CD7-91D3-A80B1643FE08}"/>
              </a:ext>
            </a:extLst>
          </p:cNvPr>
          <p:cNvSpPr txBox="1"/>
          <p:nvPr/>
        </p:nvSpPr>
        <p:spPr>
          <a:xfrm>
            <a:off x="1297735" y="5870879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80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3578260-4B83-4694-A7F8-3BFFE9362818}"/>
              </a:ext>
            </a:extLst>
          </p:cNvPr>
          <p:cNvSpPr txBox="1"/>
          <p:nvPr/>
        </p:nvSpPr>
        <p:spPr>
          <a:xfrm>
            <a:off x="1321311" y="5692295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81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D2382EC-3906-46D6-8D00-B3A36A1F86B8}"/>
              </a:ext>
            </a:extLst>
          </p:cNvPr>
          <p:cNvSpPr txBox="1"/>
          <p:nvPr/>
        </p:nvSpPr>
        <p:spPr>
          <a:xfrm>
            <a:off x="1609444" y="5346889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82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A0888B6-7805-428E-AB0C-3E67B36BC691}"/>
              </a:ext>
            </a:extLst>
          </p:cNvPr>
          <p:cNvSpPr txBox="1"/>
          <p:nvPr/>
        </p:nvSpPr>
        <p:spPr>
          <a:xfrm>
            <a:off x="1980021" y="6037785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83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8855A12-29B5-45AB-B000-0CB80B32A16C}"/>
              </a:ext>
            </a:extLst>
          </p:cNvPr>
          <p:cNvSpPr txBox="1"/>
          <p:nvPr/>
        </p:nvSpPr>
        <p:spPr>
          <a:xfrm>
            <a:off x="2019637" y="5849627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84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117F04F-3CBA-4810-BDD2-1CE939644D8D}"/>
              </a:ext>
            </a:extLst>
          </p:cNvPr>
          <p:cNvSpPr txBox="1"/>
          <p:nvPr/>
        </p:nvSpPr>
        <p:spPr>
          <a:xfrm>
            <a:off x="2014060" y="5709037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85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DD4E8A8-6875-4336-8838-503CD7E2E10A}"/>
              </a:ext>
            </a:extLst>
          </p:cNvPr>
          <p:cNvSpPr txBox="1"/>
          <p:nvPr/>
        </p:nvSpPr>
        <p:spPr>
          <a:xfrm>
            <a:off x="2589413" y="5322921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86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D1E98CBF-2F01-4055-8B0F-C5CE5645F1C0}"/>
              </a:ext>
            </a:extLst>
          </p:cNvPr>
          <p:cNvSpPr txBox="1"/>
          <p:nvPr/>
        </p:nvSpPr>
        <p:spPr>
          <a:xfrm>
            <a:off x="2582921" y="5570334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87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C2DBCD0E-3670-4898-9433-9D8671868A7F}"/>
              </a:ext>
            </a:extLst>
          </p:cNvPr>
          <p:cNvCxnSpPr>
            <a:stCxn id="111" idx="1"/>
          </p:cNvCxnSpPr>
          <p:nvPr/>
        </p:nvCxnSpPr>
        <p:spPr>
          <a:xfrm flipV="1">
            <a:off x="2514753" y="4071682"/>
            <a:ext cx="1659057" cy="1399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4404002C-393D-4433-8214-2D632167F613}"/>
              </a:ext>
            </a:extLst>
          </p:cNvPr>
          <p:cNvCxnSpPr>
            <a:cxnSpLocks/>
          </p:cNvCxnSpPr>
          <p:nvPr/>
        </p:nvCxnSpPr>
        <p:spPr>
          <a:xfrm flipV="1">
            <a:off x="2626175" y="4055775"/>
            <a:ext cx="1582575" cy="1675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8289C222-A4DA-475F-A2B2-E67BC162D7C1}"/>
              </a:ext>
            </a:extLst>
          </p:cNvPr>
          <p:cNvCxnSpPr>
            <a:cxnSpLocks/>
          </p:cNvCxnSpPr>
          <p:nvPr/>
        </p:nvCxnSpPr>
        <p:spPr>
          <a:xfrm flipV="1">
            <a:off x="2022915" y="3988181"/>
            <a:ext cx="2138131" cy="2211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AAD67DB6-A165-4633-9485-18C257913B64}"/>
              </a:ext>
            </a:extLst>
          </p:cNvPr>
          <p:cNvCxnSpPr>
            <a:cxnSpLocks/>
          </p:cNvCxnSpPr>
          <p:nvPr/>
        </p:nvCxnSpPr>
        <p:spPr>
          <a:xfrm flipV="1">
            <a:off x="2173323" y="3935715"/>
            <a:ext cx="1897428" cy="18725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FF3920FE-284C-4D6B-AA5D-41974DDD4CE2}"/>
              </a:ext>
            </a:extLst>
          </p:cNvPr>
          <p:cNvCxnSpPr>
            <a:cxnSpLocks/>
          </p:cNvCxnSpPr>
          <p:nvPr/>
        </p:nvCxnSpPr>
        <p:spPr>
          <a:xfrm flipV="1">
            <a:off x="2022914" y="3933586"/>
            <a:ext cx="2047837" cy="2174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72294709-B1A9-4DA9-9C74-2910C2F7CDF2}"/>
              </a:ext>
            </a:extLst>
          </p:cNvPr>
          <p:cNvCxnSpPr>
            <a:cxnSpLocks/>
          </p:cNvCxnSpPr>
          <p:nvPr/>
        </p:nvCxnSpPr>
        <p:spPr>
          <a:xfrm flipV="1">
            <a:off x="1679363" y="4052806"/>
            <a:ext cx="2325515" cy="1407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AF86CEA8-96E1-4772-9B8F-43B19D0E1C97}"/>
              </a:ext>
            </a:extLst>
          </p:cNvPr>
          <p:cNvCxnSpPr>
            <a:cxnSpLocks/>
          </p:cNvCxnSpPr>
          <p:nvPr/>
        </p:nvCxnSpPr>
        <p:spPr>
          <a:xfrm flipV="1">
            <a:off x="1675475" y="4029678"/>
            <a:ext cx="2329403" cy="1847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666153F6-961D-45DC-8A13-81611CE0AD24}"/>
              </a:ext>
            </a:extLst>
          </p:cNvPr>
          <p:cNvCxnSpPr>
            <a:cxnSpLocks/>
          </p:cNvCxnSpPr>
          <p:nvPr/>
        </p:nvCxnSpPr>
        <p:spPr>
          <a:xfrm flipV="1">
            <a:off x="1765860" y="3989432"/>
            <a:ext cx="2377149" cy="20598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2CEAB54E-0C4D-4EB8-A98D-F52567B40403}"/>
              </a:ext>
            </a:extLst>
          </p:cNvPr>
          <p:cNvCxnSpPr>
            <a:cxnSpLocks/>
          </p:cNvCxnSpPr>
          <p:nvPr/>
        </p:nvCxnSpPr>
        <p:spPr>
          <a:xfrm flipV="1">
            <a:off x="1719735" y="4030383"/>
            <a:ext cx="2371640" cy="2249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ADDBEC57-720C-4549-A040-51809558F90D}"/>
              </a:ext>
            </a:extLst>
          </p:cNvPr>
          <p:cNvCxnSpPr>
            <a:cxnSpLocks/>
          </p:cNvCxnSpPr>
          <p:nvPr/>
        </p:nvCxnSpPr>
        <p:spPr>
          <a:xfrm flipV="1">
            <a:off x="1463690" y="3949551"/>
            <a:ext cx="2660517" cy="1570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92487058-E586-465E-883D-50DBC3542784}"/>
              </a:ext>
            </a:extLst>
          </p:cNvPr>
          <p:cNvCxnSpPr>
            <a:cxnSpLocks/>
          </p:cNvCxnSpPr>
          <p:nvPr/>
        </p:nvCxnSpPr>
        <p:spPr>
          <a:xfrm flipV="1">
            <a:off x="1370236" y="3990276"/>
            <a:ext cx="2740887" cy="1727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6" name="Oval 145">
            <a:extLst>
              <a:ext uri="{FF2B5EF4-FFF2-40B4-BE49-F238E27FC236}">
                <a16:creationId xmlns:a16="http://schemas.microsoft.com/office/drawing/2014/main" id="{3F1B9DC9-969C-4BBF-B872-34882A149277}"/>
              </a:ext>
            </a:extLst>
          </p:cNvPr>
          <p:cNvSpPr/>
          <p:nvPr/>
        </p:nvSpPr>
        <p:spPr>
          <a:xfrm>
            <a:off x="1799086" y="410733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30DF4226-94B1-4469-B755-D143C538F6A4}"/>
              </a:ext>
            </a:extLst>
          </p:cNvPr>
          <p:cNvSpPr/>
          <p:nvPr/>
        </p:nvSpPr>
        <p:spPr>
          <a:xfrm>
            <a:off x="1620153" y="4113522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55F4F8DE-7629-4690-8261-290F838FF2D6}"/>
              </a:ext>
            </a:extLst>
          </p:cNvPr>
          <p:cNvSpPr/>
          <p:nvPr/>
        </p:nvSpPr>
        <p:spPr>
          <a:xfrm>
            <a:off x="2014060" y="3704046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08E8CDDA-9EF9-466D-92EB-560DA1EE657E}"/>
              </a:ext>
            </a:extLst>
          </p:cNvPr>
          <p:cNvSpPr/>
          <p:nvPr/>
        </p:nvSpPr>
        <p:spPr>
          <a:xfrm>
            <a:off x="2230917" y="412121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82EA92BC-984E-48C6-893F-0687C53DD7C4}"/>
              </a:ext>
            </a:extLst>
          </p:cNvPr>
          <p:cNvSpPr/>
          <p:nvPr/>
        </p:nvSpPr>
        <p:spPr>
          <a:xfrm>
            <a:off x="2383580" y="371688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69A8D51C-95E4-4384-9C63-D9EA3B217808}"/>
              </a:ext>
            </a:extLst>
          </p:cNvPr>
          <p:cNvSpPr/>
          <p:nvPr/>
        </p:nvSpPr>
        <p:spPr>
          <a:xfrm>
            <a:off x="2575316" y="371186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1D38003C-DCBD-4571-B3F8-80ECDE326E15}"/>
              </a:ext>
            </a:extLst>
          </p:cNvPr>
          <p:cNvSpPr/>
          <p:nvPr/>
        </p:nvSpPr>
        <p:spPr>
          <a:xfrm>
            <a:off x="2755185" y="3718526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1E4FDA3E-9550-4ABF-814A-3CB7969A46EA}"/>
              </a:ext>
            </a:extLst>
          </p:cNvPr>
          <p:cNvSpPr/>
          <p:nvPr/>
        </p:nvSpPr>
        <p:spPr>
          <a:xfrm>
            <a:off x="2597573" y="411672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E43F1DC9-45FC-4506-A99A-41324E28C60E}"/>
              </a:ext>
            </a:extLst>
          </p:cNvPr>
          <p:cNvSpPr/>
          <p:nvPr/>
        </p:nvSpPr>
        <p:spPr>
          <a:xfrm>
            <a:off x="2762885" y="412287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F62F0695-1712-47E1-808C-5303AFF7F28F}"/>
              </a:ext>
            </a:extLst>
          </p:cNvPr>
          <p:cNvSpPr/>
          <p:nvPr/>
        </p:nvSpPr>
        <p:spPr>
          <a:xfrm>
            <a:off x="2928180" y="420928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2090896A-AAED-4800-B686-D10B9304693B}"/>
              </a:ext>
            </a:extLst>
          </p:cNvPr>
          <p:cNvSpPr txBox="1"/>
          <p:nvPr/>
        </p:nvSpPr>
        <p:spPr>
          <a:xfrm>
            <a:off x="1727078" y="3854440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88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FE87590-0522-481C-A66B-CC6CC5BA509B}"/>
              </a:ext>
            </a:extLst>
          </p:cNvPr>
          <p:cNvSpPr txBox="1"/>
          <p:nvPr/>
        </p:nvSpPr>
        <p:spPr>
          <a:xfrm>
            <a:off x="1323667" y="4019989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89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3DD72963-18AD-4870-8C1B-4ED4C7017941}"/>
              </a:ext>
            </a:extLst>
          </p:cNvPr>
          <p:cNvSpPr txBox="1"/>
          <p:nvPr/>
        </p:nvSpPr>
        <p:spPr>
          <a:xfrm>
            <a:off x="1707172" y="3608339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90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7B5C7B21-6E86-4AA6-8C76-559B6398FE1A}"/>
              </a:ext>
            </a:extLst>
          </p:cNvPr>
          <p:cNvSpPr txBox="1"/>
          <p:nvPr/>
        </p:nvSpPr>
        <p:spPr>
          <a:xfrm>
            <a:off x="2102895" y="3874503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91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D2642820-BF91-4384-81E0-CC87E5DC550C}"/>
              </a:ext>
            </a:extLst>
          </p:cNvPr>
          <p:cNvSpPr txBox="1"/>
          <p:nvPr/>
        </p:nvSpPr>
        <p:spPr>
          <a:xfrm>
            <a:off x="2163215" y="3537355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92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85F2EB76-F821-4854-B22D-8992391F5980}"/>
              </a:ext>
            </a:extLst>
          </p:cNvPr>
          <p:cNvSpPr txBox="1"/>
          <p:nvPr/>
        </p:nvSpPr>
        <p:spPr>
          <a:xfrm>
            <a:off x="2468388" y="3497189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93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4A90C112-8EF0-4FF1-84A4-59BC1C59BC48}"/>
              </a:ext>
            </a:extLst>
          </p:cNvPr>
          <p:cNvSpPr txBox="1"/>
          <p:nvPr/>
        </p:nvSpPr>
        <p:spPr>
          <a:xfrm>
            <a:off x="2810794" y="3589337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94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699933D4-84C2-4F82-A2E1-8F703CA1356B}"/>
              </a:ext>
            </a:extLst>
          </p:cNvPr>
          <p:cNvSpPr txBox="1"/>
          <p:nvPr/>
        </p:nvSpPr>
        <p:spPr>
          <a:xfrm>
            <a:off x="2441610" y="3906869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95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53FD8A0E-111E-4CF1-877D-E8A698CD695C}"/>
              </a:ext>
            </a:extLst>
          </p:cNvPr>
          <p:cNvSpPr txBox="1"/>
          <p:nvPr/>
        </p:nvSpPr>
        <p:spPr>
          <a:xfrm>
            <a:off x="2665369" y="3894243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96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3D59E5A1-99C5-4F56-8B34-69A8EE0193B6}"/>
              </a:ext>
            </a:extLst>
          </p:cNvPr>
          <p:cNvSpPr txBox="1"/>
          <p:nvPr/>
        </p:nvSpPr>
        <p:spPr>
          <a:xfrm>
            <a:off x="2956819" y="4132899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97</a:t>
            </a: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37E3969D-CEAD-44A3-9D00-1467905DB7A7}"/>
              </a:ext>
            </a:extLst>
          </p:cNvPr>
          <p:cNvCxnSpPr>
            <a:cxnSpLocks/>
          </p:cNvCxnSpPr>
          <p:nvPr/>
        </p:nvCxnSpPr>
        <p:spPr>
          <a:xfrm flipV="1">
            <a:off x="3038264" y="3991300"/>
            <a:ext cx="1177888" cy="269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3B5DC6BD-3600-4454-8206-97F4609EE16B}"/>
              </a:ext>
            </a:extLst>
          </p:cNvPr>
          <p:cNvCxnSpPr>
            <a:cxnSpLocks/>
          </p:cNvCxnSpPr>
          <p:nvPr/>
        </p:nvCxnSpPr>
        <p:spPr>
          <a:xfrm>
            <a:off x="2832396" y="3776924"/>
            <a:ext cx="1344134" cy="252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E71B5D91-43C2-43AF-BB0F-6792BE5A6F24}"/>
              </a:ext>
            </a:extLst>
          </p:cNvPr>
          <p:cNvCxnSpPr>
            <a:cxnSpLocks/>
          </p:cNvCxnSpPr>
          <p:nvPr/>
        </p:nvCxnSpPr>
        <p:spPr>
          <a:xfrm>
            <a:off x="2628134" y="3782022"/>
            <a:ext cx="1439680" cy="285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2789AA2D-5CCE-4ABC-87A2-4BFA78741496}"/>
              </a:ext>
            </a:extLst>
          </p:cNvPr>
          <p:cNvCxnSpPr>
            <a:cxnSpLocks/>
          </p:cNvCxnSpPr>
          <p:nvPr/>
        </p:nvCxnSpPr>
        <p:spPr>
          <a:xfrm>
            <a:off x="2395554" y="3827692"/>
            <a:ext cx="1672260" cy="149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434BBAC8-EAFC-4BEF-9037-69CB0EE6B65E}"/>
              </a:ext>
            </a:extLst>
          </p:cNvPr>
          <p:cNvCxnSpPr>
            <a:cxnSpLocks/>
          </p:cNvCxnSpPr>
          <p:nvPr/>
        </p:nvCxnSpPr>
        <p:spPr>
          <a:xfrm flipV="1">
            <a:off x="2880670" y="3973045"/>
            <a:ext cx="1160970" cy="218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AB4610E2-EF48-4C51-B76C-FAEA79D1AEA6}"/>
              </a:ext>
            </a:extLst>
          </p:cNvPr>
          <p:cNvCxnSpPr>
            <a:cxnSpLocks/>
          </p:cNvCxnSpPr>
          <p:nvPr/>
        </p:nvCxnSpPr>
        <p:spPr>
          <a:xfrm flipV="1">
            <a:off x="2554177" y="4026224"/>
            <a:ext cx="1649480" cy="1588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FE45CC29-3CF0-4F62-8C18-34F323E3708A}"/>
              </a:ext>
            </a:extLst>
          </p:cNvPr>
          <p:cNvCxnSpPr>
            <a:stCxn id="157" idx="3"/>
          </p:cNvCxnSpPr>
          <p:nvPr/>
        </p:nvCxnSpPr>
        <p:spPr>
          <a:xfrm flipV="1">
            <a:off x="1757381" y="3958669"/>
            <a:ext cx="2030641" cy="245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91440AE0-08FD-4ECD-AC0E-C0E98CCB87ED}"/>
              </a:ext>
            </a:extLst>
          </p:cNvPr>
          <p:cNvCxnSpPr>
            <a:cxnSpLocks/>
          </p:cNvCxnSpPr>
          <p:nvPr/>
        </p:nvCxnSpPr>
        <p:spPr>
          <a:xfrm>
            <a:off x="2121717" y="3773583"/>
            <a:ext cx="1933615" cy="282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2ED5C1CB-57EB-46CE-A239-E5138EE16DA2}"/>
              </a:ext>
            </a:extLst>
          </p:cNvPr>
          <p:cNvCxnSpPr>
            <a:cxnSpLocks/>
          </p:cNvCxnSpPr>
          <p:nvPr/>
        </p:nvCxnSpPr>
        <p:spPr>
          <a:xfrm flipV="1">
            <a:off x="1928944" y="3898977"/>
            <a:ext cx="2298926" cy="294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884529EA-784A-4D0D-A2B5-CE8A521D50D6}"/>
              </a:ext>
            </a:extLst>
          </p:cNvPr>
          <p:cNvCxnSpPr>
            <a:cxnSpLocks/>
            <a:stCxn id="159" idx="2"/>
          </p:cNvCxnSpPr>
          <p:nvPr/>
        </p:nvCxnSpPr>
        <p:spPr>
          <a:xfrm flipV="1">
            <a:off x="2319752" y="3987913"/>
            <a:ext cx="1866511" cy="2559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2F9356F6-5B35-4DCA-BE01-361FB0772FC9}"/>
              </a:ext>
            </a:extLst>
          </p:cNvPr>
          <p:cNvSpPr txBox="1"/>
          <p:nvPr/>
        </p:nvSpPr>
        <p:spPr>
          <a:xfrm>
            <a:off x="4061714" y="3569146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1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2B669CB8-EB41-43DE-9099-D1AA2DE7648B}"/>
              </a:ext>
            </a:extLst>
          </p:cNvPr>
          <p:cNvSpPr txBox="1"/>
          <p:nvPr/>
        </p:nvSpPr>
        <p:spPr>
          <a:xfrm>
            <a:off x="-11192" y="4840776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2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DE2ACB49-8D4A-4BBA-BA0F-F1FF419D0329}"/>
              </a:ext>
            </a:extLst>
          </p:cNvPr>
          <p:cNvSpPr txBox="1"/>
          <p:nvPr/>
        </p:nvSpPr>
        <p:spPr>
          <a:xfrm>
            <a:off x="863324" y="961389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3</a:t>
            </a:r>
          </a:p>
        </p:txBody>
      </p:sp>
    </p:spTree>
    <p:extLst>
      <p:ext uri="{BB962C8B-B14F-4D97-AF65-F5344CB8AC3E}">
        <p14:creationId xmlns:p14="http://schemas.microsoft.com/office/powerpoint/2010/main" val="3617449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57EFD-10A6-4BAF-9D1E-B5ADF469A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8113" y="192846"/>
            <a:ext cx="4263887" cy="1325563"/>
          </a:xfrm>
        </p:spPr>
        <p:txBody>
          <a:bodyPr/>
          <a:lstStyle/>
          <a:p>
            <a:r>
              <a:rPr lang="en-NZ" dirty="0"/>
              <a:t>Level 3 31-10-19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ECFE5D0-9C05-4779-842B-DF0F3AB902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211" y="121775"/>
            <a:ext cx="7703902" cy="6574557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424921B-B131-4B19-9DAA-1AB0D1E2F5DE}"/>
              </a:ext>
            </a:extLst>
          </p:cNvPr>
          <p:cNvSpPr/>
          <p:nvPr/>
        </p:nvSpPr>
        <p:spPr>
          <a:xfrm>
            <a:off x="6325488" y="579663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E940266-D57D-4AD2-BEE8-1BFC14495CCC}"/>
              </a:ext>
            </a:extLst>
          </p:cNvPr>
          <p:cNvSpPr/>
          <p:nvPr/>
        </p:nvSpPr>
        <p:spPr>
          <a:xfrm>
            <a:off x="6325488" y="5966346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0128C61-2726-4703-9253-EDECCD03F977}"/>
              </a:ext>
            </a:extLst>
          </p:cNvPr>
          <p:cNvSpPr/>
          <p:nvPr/>
        </p:nvSpPr>
        <p:spPr>
          <a:xfrm>
            <a:off x="6009502" y="579663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35802E1-A15E-4833-B1AE-EC27778678A7}"/>
              </a:ext>
            </a:extLst>
          </p:cNvPr>
          <p:cNvSpPr/>
          <p:nvPr/>
        </p:nvSpPr>
        <p:spPr>
          <a:xfrm>
            <a:off x="6009502" y="607677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F385505-A750-4044-A354-3C09BC399B2E}"/>
              </a:ext>
            </a:extLst>
          </p:cNvPr>
          <p:cNvSpPr/>
          <p:nvPr/>
        </p:nvSpPr>
        <p:spPr>
          <a:xfrm>
            <a:off x="5472789" y="579663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DDE2909-E5BC-4CAA-9FB9-54767FA50DD2}"/>
              </a:ext>
            </a:extLst>
          </p:cNvPr>
          <p:cNvSpPr/>
          <p:nvPr/>
        </p:nvSpPr>
        <p:spPr>
          <a:xfrm>
            <a:off x="4966320" y="613605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1076FCF-308E-4189-950E-F7D8FAF424FF}"/>
              </a:ext>
            </a:extLst>
          </p:cNvPr>
          <p:cNvSpPr/>
          <p:nvPr/>
        </p:nvSpPr>
        <p:spPr>
          <a:xfrm>
            <a:off x="4647172" y="579663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CBD00CD-11E8-4698-ACFF-472A5F45C374}"/>
              </a:ext>
            </a:extLst>
          </p:cNvPr>
          <p:cNvSpPr/>
          <p:nvPr/>
        </p:nvSpPr>
        <p:spPr>
          <a:xfrm>
            <a:off x="4647172" y="613605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9FAE106-2DD4-418A-A91A-0334A65BE436}"/>
              </a:ext>
            </a:extLst>
          </p:cNvPr>
          <p:cNvSpPr/>
          <p:nvPr/>
        </p:nvSpPr>
        <p:spPr>
          <a:xfrm>
            <a:off x="4076162" y="579663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30F3AAC-71DA-4737-80D7-0B39DC52E63F}"/>
              </a:ext>
            </a:extLst>
          </p:cNvPr>
          <p:cNvSpPr/>
          <p:nvPr/>
        </p:nvSpPr>
        <p:spPr>
          <a:xfrm>
            <a:off x="4358231" y="613605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F045DB-D199-4BA6-B4EB-18C602D557A9}"/>
              </a:ext>
            </a:extLst>
          </p:cNvPr>
          <p:cNvSpPr txBox="1"/>
          <p:nvPr/>
        </p:nvSpPr>
        <p:spPr>
          <a:xfrm>
            <a:off x="6337899" y="5571445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98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1F4196-9C23-4628-952C-007759A870D2}"/>
              </a:ext>
            </a:extLst>
          </p:cNvPr>
          <p:cNvSpPr txBox="1"/>
          <p:nvPr/>
        </p:nvSpPr>
        <p:spPr>
          <a:xfrm>
            <a:off x="6009502" y="6076771"/>
            <a:ext cx="43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99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140BA0-D77A-4144-B400-9630DF00891C}"/>
              </a:ext>
            </a:extLst>
          </p:cNvPr>
          <p:cNvSpPr txBox="1"/>
          <p:nvPr/>
        </p:nvSpPr>
        <p:spPr>
          <a:xfrm>
            <a:off x="5879142" y="5556756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CBF065-E62E-4390-AF36-D1CBD9E41B1B}"/>
              </a:ext>
            </a:extLst>
          </p:cNvPr>
          <p:cNvSpPr txBox="1"/>
          <p:nvPr/>
        </p:nvSpPr>
        <p:spPr>
          <a:xfrm>
            <a:off x="6358853" y="5976961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101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953104-FBCA-459D-B8E0-C66C034A62FE}"/>
              </a:ext>
            </a:extLst>
          </p:cNvPr>
          <p:cNvSpPr txBox="1"/>
          <p:nvPr/>
        </p:nvSpPr>
        <p:spPr>
          <a:xfrm>
            <a:off x="5315068" y="5553919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102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BC21C9-3FEA-45BB-A1C0-CB41619568A5}"/>
              </a:ext>
            </a:extLst>
          </p:cNvPr>
          <p:cNvSpPr txBox="1"/>
          <p:nvPr/>
        </p:nvSpPr>
        <p:spPr>
          <a:xfrm>
            <a:off x="5054930" y="6024395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103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399031-CD5A-4A52-9A95-E6BEF4BFC2E9}"/>
              </a:ext>
            </a:extLst>
          </p:cNvPr>
          <p:cNvSpPr txBox="1"/>
          <p:nvPr/>
        </p:nvSpPr>
        <p:spPr>
          <a:xfrm>
            <a:off x="4515763" y="5549481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104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48B796-F5EA-49A6-982A-B018B4E0271F}"/>
              </a:ext>
            </a:extLst>
          </p:cNvPr>
          <p:cNvSpPr txBox="1"/>
          <p:nvPr/>
        </p:nvSpPr>
        <p:spPr>
          <a:xfrm>
            <a:off x="4090735" y="5659501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105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C698C1-CB82-4DCB-A1AC-91056B620ACE}"/>
              </a:ext>
            </a:extLst>
          </p:cNvPr>
          <p:cNvSpPr txBox="1"/>
          <p:nvPr/>
        </p:nvSpPr>
        <p:spPr>
          <a:xfrm>
            <a:off x="4499763" y="5892105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106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2BBF12-B6F6-4DE4-BF62-702EB539941B}"/>
              </a:ext>
            </a:extLst>
          </p:cNvPr>
          <p:cNvSpPr txBox="1"/>
          <p:nvPr/>
        </p:nvSpPr>
        <p:spPr>
          <a:xfrm>
            <a:off x="3930041" y="6051202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107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7A3DB7B-9F24-48E4-8863-F814DD9C04C9}"/>
              </a:ext>
            </a:extLst>
          </p:cNvPr>
          <p:cNvCxnSpPr/>
          <p:nvPr/>
        </p:nvCxnSpPr>
        <p:spPr>
          <a:xfrm flipH="1" flipV="1">
            <a:off x="3233530" y="5049078"/>
            <a:ext cx="3178455" cy="832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8A3CDD6-8788-478A-AE3D-8FF1710B78A1}"/>
              </a:ext>
            </a:extLst>
          </p:cNvPr>
          <p:cNvCxnSpPr>
            <a:cxnSpLocks/>
          </p:cNvCxnSpPr>
          <p:nvPr/>
        </p:nvCxnSpPr>
        <p:spPr>
          <a:xfrm flipH="1" flipV="1">
            <a:off x="3233530" y="5049078"/>
            <a:ext cx="3145742" cy="1024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4CB4250-A892-43BE-8FA3-C43912C04B66}"/>
              </a:ext>
            </a:extLst>
          </p:cNvPr>
          <p:cNvCxnSpPr>
            <a:cxnSpLocks/>
          </p:cNvCxnSpPr>
          <p:nvPr/>
        </p:nvCxnSpPr>
        <p:spPr>
          <a:xfrm flipH="1" flipV="1">
            <a:off x="3281323" y="5046183"/>
            <a:ext cx="2721974" cy="11125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A846169-0F85-4158-A829-4759051E316A}"/>
              </a:ext>
            </a:extLst>
          </p:cNvPr>
          <p:cNvCxnSpPr>
            <a:cxnSpLocks/>
            <a:stCxn id="17" idx="2"/>
          </p:cNvCxnSpPr>
          <p:nvPr/>
        </p:nvCxnSpPr>
        <p:spPr>
          <a:xfrm flipH="1" flipV="1">
            <a:off x="3281323" y="5094958"/>
            <a:ext cx="2879856" cy="831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337A9C3-BA84-4DC2-8EE4-51BBF877CE7F}"/>
              </a:ext>
            </a:extLst>
          </p:cNvPr>
          <p:cNvCxnSpPr>
            <a:cxnSpLocks/>
          </p:cNvCxnSpPr>
          <p:nvPr/>
        </p:nvCxnSpPr>
        <p:spPr>
          <a:xfrm flipH="1" flipV="1">
            <a:off x="3390252" y="5054700"/>
            <a:ext cx="1442624" cy="826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DCE51F2-1D34-462A-B699-3D0765FC086A}"/>
              </a:ext>
            </a:extLst>
          </p:cNvPr>
          <p:cNvCxnSpPr>
            <a:cxnSpLocks/>
          </p:cNvCxnSpPr>
          <p:nvPr/>
        </p:nvCxnSpPr>
        <p:spPr>
          <a:xfrm flipH="1" flipV="1">
            <a:off x="3281323" y="5094958"/>
            <a:ext cx="1675975" cy="1148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AB6FF4F-F655-4888-AE94-F36D9A6A786D}"/>
              </a:ext>
            </a:extLst>
          </p:cNvPr>
          <p:cNvCxnSpPr>
            <a:cxnSpLocks/>
          </p:cNvCxnSpPr>
          <p:nvPr/>
        </p:nvCxnSpPr>
        <p:spPr>
          <a:xfrm flipH="1" flipV="1">
            <a:off x="3343263" y="5121901"/>
            <a:ext cx="794578" cy="766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285B7DB-9E53-49BF-801C-78C57E27D82F}"/>
              </a:ext>
            </a:extLst>
          </p:cNvPr>
          <p:cNvCxnSpPr>
            <a:cxnSpLocks/>
            <a:stCxn id="24" idx="3"/>
          </p:cNvCxnSpPr>
          <p:nvPr/>
        </p:nvCxnSpPr>
        <p:spPr>
          <a:xfrm flipH="1" flipV="1">
            <a:off x="3481423" y="5121901"/>
            <a:ext cx="1012692" cy="1113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14243A7-EFF6-407A-9AE2-04FA94B35C60}"/>
              </a:ext>
            </a:extLst>
          </p:cNvPr>
          <p:cNvCxnSpPr>
            <a:cxnSpLocks/>
            <a:stCxn id="23" idx="2"/>
          </p:cNvCxnSpPr>
          <p:nvPr/>
        </p:nvCxnSpPr>
        <p:spPr>
          <a:xfrm flipH="1" flipV="1">
            <a:off x="3459775" y="5121901"/>
            <a:ext cx="1322025" cy="11395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02D58685-B54B-4AD8-AB07-B7B0663C28DB}"/>
              </a:ext>
            </a:extLst>
          </p:cNvPr>
          <p:cNvSpPr/>
          <p:nvPr/>
        </p:nvSpPr>
        <p:spPr>
          <a:xfrm>
            <a:off x="2919680" y="98997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49C293B-B891-4910-B309-09FA9F3E0EFA}"/>
              </a:ext>
            </a:extLst>
          </p:cNvPr>
          <p:cNvSpPr/>
          <p:nvPr/>
        </p:nvSpPr>
        <p:spPr>
          <a:xfrm>
            <a:off x="2746685" y="98997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F13BDA0-484C-4B24-9E81-2AD59D6EB532}"/>
              </a:ext>
            </a:extLst>
          </p:cNvPr>
          <p:cNvSpPr/>
          <p:nvPr/>
        </p:nvSpPr>
        <p:spPr>
          <a:xfrm>
            <a:off x="2584876" y="98997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7D675ED-A822-4D7C-B397-770A12B3229B}"/>
              </a:ext>
            </a:extLst>
          </p:cNvPr>
          <p:cNvSpPr/>
          <p:nvPr/>
        </p:nvSpPr>
        <p:spPr>
          <a:xfrm>
            <a:off x="2919680" y="68591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951A1BF-6136-4221-A4F4-8CBEDF90AFD0}"/>
              </a:ext>
            </a:extLst>
          </p:cNvPr>
          <p:cNvSpPr/>
          <p:nvPr/>
        </p:nvSpPr>
        <p:spPr>
          <a:xfrm>
            <a:off x="2757871" y="690392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0B62AAD-3928-4630-8A49-ACF91726634A}"/>
              </a:ext>
            </a:extLst>
          </p:cNvPr>
          <p:cNvSpPr txBox="1"/>
          <p:nvPr/>
        </p:nvSpPr>
        <p:spPr>
          <a:xfrm>
            <a:off x="2999286" y="910954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108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6895997-07E8-4F8F-A6B1-C9A9810D26D9}"/>
              </a:ext>
            </a:extLst>
          </p:cNvPr>
          <p:cNvSpPr txBox="1"/>
          <p:nvPr/>
        </p:nvSpPr>
        <p:spPr>
          <a:xfrm>
            <a:off x="2562331" y="1090205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109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0837508-7FF5-4701-8E31-412B57B49767}"/>
              </a:ext>
            </a:extLst>
          </p:cNvPr>
          <p:cNvSpPr txBox="1"/>
          <p:nvPr/>
        </p:nvSpPr>
        <p:spPr>
          <a:xfrm>
            <a:off x="2114191" y="890169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110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6B512CD-1AFF-44A0-B977-471AC0E6FE86}"/>
              </a:ext>
            </a:extLst>
          </p:cNvPr>
          <p:cNvSpPr txBox="1"/>
          <p:nvPr/>
        </p:nvSpPr>
        <p:spPr>
          <a:xfrm>
            <a:off x="2969850" y="599458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111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AFF08EE-4772-4108-AC2B-8576B3B828F9}"/>
              </a:ext>
            </a:extLst>
          </p:cNvPr>
          <p:cNvSpPr txBox="1"/>
          <p:nvPr/>
        </p:nvSpPr>
        <p:spPr>
          <a:xfrm>
            <a:off x="2330042" y="586105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112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59A9EC8-CB4D-45AF-91E5-D461D7FF3468}"/>
              </a:ext>
            </a:extLst>
          </p:cNvPr>
          <p:cNvCxnSpPr/>
          <p:nvPr/>
        </p:nvCxnSpPr>
        <p:spPr>
          <a:xfrm>
            <a:off x="3006177" y="1159691"/>
            <a:ext cx="337086" cy="39622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F572E47-D268-41EA-9DE6-A9EDC5BBA58A}"/>
              </a:ext>
            </a:extLst>
          </p:cNvPr>
          <p:cNvCxnSpPr>
            <a:cxnSpLocks/>
          </p:cNvCxnSpPr>
          <p:nvPr/>
        </p:nvCxnSpPr>
        <p:spPr>
          <a:xfrm>
            <a:off x="3038658" y="848468"/>
            <a:ext cx="341441" cy="4246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DE31AA2-3819-414B-B766-A3E4E8692988}"/>
              </a:ext>
            </a:extLst>
          </p:cNvPr>
          <p:cNvCxnSpPr>
            <a:cxnSpLocks/>
          </p:cNvCxnSpPr>
          <p:nvPr/>
        </p:nvCxnSpPr>
        <p:spPr>
          <a:xfrm>
            <a:off x="2114191" y="1305775"/>
            <a:ext cx="1229072" cy="212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9DBA8B5-9ED3-4E14-99E3-366284F2117F}"/>
              </a:ext>
            </a:extLst>
          </p:cNvPr>
          <p:cNvCxnSpPr>
            <a:cxnSpLocks/>
          </p:cNvCxnSpPr>
          <p:nvPr/>
        </p:nvCxnSpPr>
        <p:spPr>
          <a:xfrm>
            <a:off x="2633705" y="1095620"/>
            <a:ext cx="695656" cy="3950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4D9A2A1-E034-4260-97BB-7E15E7D29AED}"/>
              </a:ext>
            </a:extLst>
          </p:cNvPr>
          <p:cNvCxnSpPr>
            <a:cxnSpLocks/>
          </p:cNvCxnSpPr>
          <p:nvPr/>
        </p:nvCxnSpPr>
        <p:spPr>
          <a:xfrm>
            <a:off x="2251899" y="1326166"/>
            <a:ext cx="1191616" cy="9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2A56071-716F-47D0-9505-FE63C2E8F25F}"/>
              </a:ext>
            </a:extLst>
          </p:cNvPr>
          <p:cNvCxnSpPr>
            <a:stCxn id="56" idx="3"/>
          </p:cNvCxnSpPr>
          <p:nvPr/>
        </p:nvCxnSpPr>
        <p:spPr>
          <a:xfrm flipH="1">
            <a:off x="2132688" y="770771"/>
            <a:ext cx="761428" cy="564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EF4FEFB-31E5-4D42-9136-73F355ACC902}"/>
              </a:ext>
            </a:extLst>
          </p:cNvPr>
          <p:cNvCxnSpPr>
            <a:cxnSpLocks/>
          </p:cNvCxnSpPr>
          <p:nvPr/>
        </p:nvCxnSpPr>
        <p:spPr>
          <a:xfrm flipH="1">
            <a:off x="2248324" y="1073583"/>
            <a:ext cx="598407" cy="229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3" name="Oval 72">
            <a:extLst>
              <a:ext uri="{FF2B5EF4-FFF2-40B4-BE49-F238E27FC236}">
                <a16:creationId xmlns:a16="http://schemas.microsoft.com/office/drawing/2014/main" id="{84F7B567-E566-4EC5-8E0E-4784A2B9A48E}"/>
              </a:ext>
            </a:extLst>
          </p:cNvPr>
          <p:cNvSpPr/>
          <p:nvPr/>
        </p:nvSpPr>
        <p:spPr>
          <a:xfrm>
            <a:off x="1341911" y="6151012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23D38827-90AE-4204-8530-36C938AE0CB2}"/>
              </a:ext>
            </a:extLst>
          </p:cNvPr>
          <p:cNvSpPr/>
          <p:nvPr/>
        </p:nvSpPr>
        <p:spPr>
          <a:xfrm>
            <a:off x="1332889" y="5981947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045A1DC-C491-4077-B1BE-C46D2EF54D92}"/>
              </a:ext>
            </a:extLst>
          </p:cNvPr>
          <p:cNvSpPr/>
          <p:nvPr/>
        </p:nvSpPr>
        <p:spPr>
          <a:xfrm>
            <a:off x="1332889" y="560681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F600F2FE-AF9F-4744-B036-B5A3DA7C24E7}"/>
              </a:ext>
            </a:extLst>
          </p:cNvPr>
          <p:cNvSpPr/>
          <p:nvPr/>
        </p:nvSpPr>
        <p:spPr>
          <a:xfrm>
            <a:off x="1520876" y="5602457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5BAA3687-B4E8-4491-A7ED-A48436554F7C}"/>
              </a:ext>
            </a:extLst>
          </p:cNvPr>
          <p:cNvSpPr/>
          <p:nvPr/>
        </p:nvSpPr>
        <p:spPr>
          <a:xfrm>
            <a:off x="1528757" y="542005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ED322A5C-32BC-4881-8E51-859263381181}"/>
              </a:ext>
            </a:extLst>
          </p:cNvPr>
          <p:cNvSpPr/>
          <p:nvPr/>
        </p:nvSpPr>
        <p:spPr>
          <a:xfrm>
            <a:off x="1527532" y="5979682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0F3B3CA-D720-457B-AFB8-07C262BB9F9D}"/>
              </a:ext>
            </a:extLst>
          </p:cNvPr>
          <p:cNvSpPr/>
          <p:nvPr/>
        </p:nvSpPr>
        <p:spPr>
          <a:xfrm>
            <a:off x="1527532" y="6164222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3794B2D2-41E1-4C9A-BD4F-F9B8FEBB6FAD}"/>
              </a:ext>
            </a:extLst>
          </p:cNvPr>
          <p:cNvSpPr/>
          <p:nvPr/>
        </p:nvSpPr>
        <p:spPr>
          <a:xfrm>
            <a:off x="1888380" y="6164222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B8D02D84-8342-484A-AD7B-E6298158538F}"/>
              </a:ext>
            </a:extLst>
          </p:cNvPr>
          <p:cNvSpPr/>
          <p:nvPr/>
        </p:nvSpPr>
        <p:spPr>
          <a:xfrm>
            <a:off x="1874124" y="584581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A318F5E9-ED89-4B2E-8763-7C1DA84B8912}"/>
              </a:ext>
            </a:extLst>
          </p:cNvPr>
          <p:cNvSpPr/>
          <p:nvPr/>
        </p:nvSpPr>
        <p:spPr>
          <a:xfrm>
            <a:off x="1857919" y="5416587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FC2A237A-E590-456D-B672-675A2A569B51}"/>
              </a:ext>
            </a:extLst>
          </p:cNvPr>
          <p:cNvSpPr/>
          <p:nvPr/>
        </p:nvSpPr>
        <p:spPr>
          <a:xfrm>
            <a:off x="2121717" y="5833957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7BD9B7F8-19C9-499A-B6E8-05973630A6CA}"/>
              </a:ext>
            </a:extLst>
          </p:cNvPr>
          <p:cNvSpPr/>
          <p:nvPr/>
        </p:nvSpPr>
        <p:spPr>
          <a:xfrm>
            <a:off x="2123143" y="616515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96AE1E71-8215-48D7-AE2C-B7A7EBB83658}"/>
              </a:ext>
            </a:extLst>
          </p:cNvPr>
          <p:cNvSpPr/>
          <p:nvPr/>
        </p:nvSpPr>
        <p:spPr>
          <a:xfrm>
            <a:off x="2113174" y="600237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17A41C36-8E34-44D5-999E-1897F18BC38D}"/>
              </a:ext>
            </a:extLst>
          </p:cNvPr>
          <p:cNvSpPr/>
          <p:nvPr/>
        </p:nvSpPr>
        <p:spPr>
          <a:xfrm>
            <a:off x="2137075" y="5423542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E5428E40-8E9E-4CD6-856A-E71224E5B2E9}"/>
              </a:ext>
            </a:extLst>
          </p:cNvPr>
          <p:cNvSpPr/>
          <p:nvPr/>
        </p:nvSpPr>
        <p:spPr>
          <a:xfrm>
            <a:off x="2460710" y="5416587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69F76C46-B5E0-4A64-BE7A-62C1C963EA3F}"/>
              </a:ext>
            </a:extLst>
          </p:cNvPr>
          <p:cNvSpPr/>
          <p:nvPr/>
        </p:nvSpPr>
        <p:spPr>
          <a:xfrm>
            <a:off x="2460710" y="557464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9708642F-A163-4E50-BE9C-8CC3FA47B6E1}"/>
              </a:ext>
            </a:extLst>
          </p:cNvPr>
          <p:cNvSpPr/>
          <p:nvPr/>
        </p:nvSpPr>
        <p:spPr>
          <a:xfrm>
            <a:off x="2460710" y="5734970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2AE6450E-79C0-42FF-95E1-A5607CFBDA8B}"/>
              </a:ext>
            </a:extLst>
          </p:cNvPr>
          <p:cNvSpPr/>
          <p:nvPr/>
        </p:nvSpPr>
        <p:spPr>
          <a:xfrm>
            <a:off x="2462525" y="615908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EA3514A1-5A71-49D8-83D9-76391A27EB22}"/>
              </a:ext>
            </a:extLst>
          </p:cNvPr>
          <p:cNvSpPr/>
          <p:nvPr/>
        </p:nvSpPr>
        <p:spPr>
          <a:xfrm>
            <a:off x="2887517" y="5588740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B60A8554-9CC9-4267-A582-5BAACA549D13}"/>
              </a:ext>
            </a:extLst>
          </p:cNvPr>
          <p:cNvSpPr/>
          <p:nvPr/>
        </p:nvSpPr>
        <p:spPr>
          <a:xfrm>
            <a:off x="2882156" y="589769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A4968DFB-62AB-4EC5-99AB-505C3C076048}"/>
              </a:ext>
            </a:extLst>
          </p:cNvPr>
          <p:cNvSpPr/>
          <p:nvPr/>
        </p:nvSpPr>
        <p:spPr>
          <a:xfrm>
            <a:off x="2875545" y="606453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E6638F67-FDCF-4287-9F9C-D15CD5FD3085}"/>
              </a:ext>
            </a:extLst>
          </p:cNvPr>
          <p:cNvCxnSpPr>
            <a:stCxn id="77" idx="1"/>
          </p:cNvCxnSpPr>
          <p:nvPr/>
        </p:nvCxnSpPr>
        <p:spPr>
          <a:xfrm flipV="1">
            <a:off x="1554092" y="5046183"/>
            <a:ext cx="1727231" cy="398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934B745E-C0C7-4ED1-B9E3-498C928DC91A}"/>
              </a:ext>
            </a:extLst>
          </p:cNvPr>
          <p:cNvCxnSpPr>
            <a:cxnSpLocks/>
          </p:cNvCxnSpPr>
          <p:nvPr/>
        </p:nvCxnSpPr>
        <p:spPr>
          <a:xfrm flipV="1">
            <a:off x="1960621" y="5036688"/>
            <a:ext cx="1429631" cy="4288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C6B4B8A2-36C9-461C-A547-CB6A7AC7550F}"/>
              </a:ext>
            </a:extLst>
          </p:cNvPr>
          <p:cNvCxnSpPr>
            <a:cxnSpLocks/>
          </p:cNvCxnSpPr>
          <p:nvPr/>
        </p:nvCxnSpPr>
        <p:spPr>
          <a:xfrm flipV="1">
            <a:off x="2278279" y="5077568"/>
            <a:ext cx="1072567" cy="453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7B46F5F4-D562-4C92-8CC2-F41BF01EA9CB}"/>
              </a:ext>
            </a:extLst>
          </p:cNvPr>
          <p:cNvCxnSpPr>
            <a:cxnSpLocks/>
          </p:cNvCxnSpPr>
          <p:nvPr/>
        </p:nvCxnSpPr>
        <p:spPr>
          <a:xfrm flipV="1">
            <a:off x="1442776" y="5091570"/>
            <a:ext cx="1961732" cy="5991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6A92DF92-6EB2-4A63-B089-1B0130C8A9FA}"/>
              </a:ext>
            </a:extLst>
          </p:cNvPr>
          <p:cNvCxnSpPr>
            <a:cxnSpLocks/>
          </p:cNvCxnSpPr>
          <p:nvPr/>
        </p:nvCxnSpPr>
        <p:spPr>
          <a:xfrm flipV="1">
            <a:off x="1414232" y="5116935"/>
            <a:ext cx="1884354" cy="957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34DBB7E9-8240-42E1-9CE1-5239432D8E31}"/>
              </a:ext>
            </a:extLst>
          </p:cNvPr>
          <p:cNvCxnSpPr>
            <a:cxnSpLocks/>
          </p:cNvCxnSpPr>
          <p:nvPr/>
        </p:nvCxnSpPr>
        <p:spPr>
          <a:xfrm flipV="1">
            <a:off x="1362429" y="5073772"/>
            <a:ext cx="2081086" cy="1200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5663E0E9-88EE-4EB7-AB3D-CE3B5F45F76F}"/>
              </a:ext>
            </a:extLst>
          </p:cNvPr>
          <p:cNvCxnSpPr>
            <a:cxnSpLocks/>
          </p:cNvCxnSpPr>
          <p:nvPr/>
        </p:nvCxnSpPr>
        <p:spPr>
          <a:xfrm flipV="1">
            <a:off x="1667092" y="5125697"/>
            <a:ext cx="1768229" cy="591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C282DF38-17CE-41EC-ACCC-1221AC4D2610}"/>
              </a:ext>
            </a:extLst>
          </p:cNvPr>
          <p:cNvCxnSpPr>
            <a:cxnSpLocks/>
          </p:cNvCxnSpPr>
          <p:nvPr/>
        </p:nvCxnSpPr>
        <p:spPr>
          <a:xfrm flipV="1">
            <a:off x="1639932" y="5049979"/>
            <a:ext cx="1750121" cy="1024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E2C2EF43-CC8B-4BD9-BFE1-CC647931D12F}"/>
              </a:ext>
            </a:extLst>
          </p:cNvPr>
          <p:cNvCxnSpPr>
            <a:cxnSpLocks/>
          </p:cNvCxnSpPr>
          <p:nvPr/>
        </p:nvCxnSpPr>
        <p:spPr>
          <a:xfrm flipV="1">
            <a:off x="1653293" y="5125289"/>
            <a:ext cx="1790222" cy="1187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748A1EC9-043C-4A51-8654-8F0D3069EAA8}"/>
              </a:ext>
            </a:extLst>
          </p:cNvPr>
          <p:cNvCxnSpPr>
            <a:cxnSpLocks/>
          </p:cNvCxnSpPr>
          <p:nvPr/>
        </p:nvCxnSpPr>
        <p:spPr>
          <a:xfrm flipV="1">
            <a:off x="2026029" y="5170059"/>
            <a:ext cx="1391450" cy="758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B6D57E9B-8AD8-4BD6-8FC0-C7A9BC41C9DE}"/>
              </a:ext>
            </a:extLst>
          </p:cNvPr>
          <p:cNvCxnSpPr>
            <a:cxnSpLocks/>
          </p:cNvCxnSpPr>
          <p:nvPr/>
        </p:nvCxnSpPr>
        <p:spPr>
          <a:xfrm flipV="1">
            <a:off x="1959547" y="5170948"/>
            <a:ext cx="1391299" cy="10485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66274BE9-B815-4AF3-881C-FA9F14252955}"/>
              </a:ext>
            </a:extLst>
          </p:cNvPr>
          <p:cNvCxnSpPr>
            <a:cxnSpLocks/>
          </p:cNvCxnSpPr>
          <p:nvPr/>
        </p:nvCxnSpPr>
        <p:spPr>
          <a:xfrm flipV="1">
            <a:off x="2270445" y="5165434"/>
            <a:ext cx="1145809" cy="702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4E79D586-55AF-4505-9605-AB54428D1202}"/>
              </a:ext>
            </a:extLst>
          </p:cNvPr>
          <p:cNvCxnSpPr>
            <a:cxnSpLocks/>
          </p:cNvCxnSpPr>
          <p:nvPr/>
        </p:nvCxnSpPr>
        <p:spPr>
          <a:xfrm flipV="1">
            <a:off x="2190859" y="5075401"/>
            <a:ext cx="1213649" cy="1045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C702B3AA-C00B-4695-AD8C-9A3AF8275A5B}"/>
              </a:ext>
            </a:extLst>
          </p:cNvPr>
          <p:cNvCxnSpPr>
            <a:cxnSpLocks/>
          </p:cNvCxnSpPr>
          <p:nvPr/>
        </p:nvCxnSpPr>
        <p:spPr>
          <a:xfrm flipV="1">
            <a:off x="2204559" y="5127523"/>
            <a:ext cx="1199293" cy="1141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DA0435D1-E19E-40EF-9EDD-A38057483E25}"/>
              </a:ext>
            </a:extLst>
          </p:cNvPr>
          <p:cNvCxnSpPr>
            <a:cxnSpLocks/>
          </p:cNvCxnSpPr>
          <p:nvPr/>
        </p:nvCxnSpPr>
        <p:spPr>
          <a:xfrm flipV="1">
            <a:off x="2535127" y="5192267"/>
            <a:ext cx="751326" cy="1076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7B1D008D-E8D0-44BB-B980-8D6BC147DCF0}"/>
              </a:ext>
            </a:extLst>
          </p:cNvPr>
          <p:cNvCxnSpPr>
            <a:cxnSpLocks/>
          </p:cNvCxnSpPr>
          <p:nvPr/>
        </p:nvCxnSpPr>
        <p:spPr>
          <a:xfrm flipV="1">
            <a:off x="3027028" y="5178659"/>
            <a:ext cx="323126" cy="5043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9481F9C3-E42B-4DC0-8035-BB29A540F8B8}"/>
              </a:ext>
            </a:extLst>
          </p:cNvPr>
          <p:cNvCxnSpPr>
            <a:cxnSpLocks/>
          </p:cNvCxnSpPr>
          <p:nvPr/>
        </p:nvCxnSpPr>
        <p:spPr>
          <a:xfrm flipV="1">
            <a:off x="2947045" y="5204978"/>
            <a:ext cx="430109" cy="782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B0F477C4-C1DE-43EA-B603-B1DEC8022B94}"/>
              </a:ext>
            </a:extLst>
          </p:cNvPr>
          <p:cNvCxnSpPr>
            <a:cxnSpLocks/>
          </p:cNvCxnSpPr>
          <p:nvPr/>
        </p:nvCxnSpPr>
        <p:spPr>
          <a:xfrm flipV="1">
            <a:off x="2999631" y="5115349"/>
            <a:ext cx="474266" cy="10317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6" name="TextBox 225">
            <a:extLst>
              <a:ext uri="{FF2B5EF4-FFF2-40B4-BE49-F238E27FC236}">
                <a16:creationId xmlns:a16="http://schemas.microsoft.com/office/drawing/2014/main" id="{E7A17C63-FC6A-4E01-BB74-A54C5CFEB1EB}"/>
              </a:ext>
            </a:extLst>
          </p:cNvPr>
          <p:cNvSpPr txBox="1"/>
          <p:nvPr/>
        </p:nvSpPr>
        <p:spPr>
          <a:xfrm>
            <a:off x="911809" y="6072925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113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F6C73573-8840-4892-B078-A3510953BCD2}"/>
              </a:ext>
            </a:extLst>
          </p:cNvPr>
          <p:cNvSpPr txBox="1"/>
          <p:nvPr/>
        </p:nvSpPr>
        <p:spPr>
          <a:xfrm>
            <a:off x="931321" y="5881490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114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EE0A023C-36DD-4B69-8C4A-8F7E2EBA1876}"/>
              </a:ext>
            </a:extLst>
          </p:cNvPr>
          <p:cNvSpPr txBox="1"/>
          <p:nvPr/>
        </p:nvSpPr>
        <p:spPr>
          <a:xfrm>
            <a:off x="1050852" y="5417492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115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66888686-8FCA-47C4-A875-33B8AEB50C57}"/>
              </a:ext>
            </a:extLst>
          </p:cNvPr>
          <p:cNvSpPr txBox="1"/>
          <p:nvPr/>
        </p:nvSpPr>
        <p:spPr>
          <a:xfrm>
            <a:off x="1462206" y="5521499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117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8C2F556C-8554-422A-9779-A65209B47419}"/>
              </a:ext>
            </a:extLst>
          </p:cNvPr>
          <p:cNvSpPr txBox="1"/>
          <p:nvPr/>
        </p:nvSpPr>
        <p:spPr>
          <a:xfrm>
            <a:off x="1318658" y="6279030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119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607AE91D-B2CD-4766-8B38-B5C9632F0EC4}"/>
              </a:ext>
            </a:extLst>
          </p:cNvPr>
          <p:cNvSpPr txBox="1"/>
          <p:nvPr/>
        </p:nvSpPr>
        <p:spPr>
          <a:xfrm>
            <a:off x="1396043" y="5816047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118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D56D36C9-1442-4AFF-8A73-062A4A88398B}"/>
              </a:ext>
            </a:extLst>
          </p:cNvPr>
          <p:cNvSpPr txBox="1"/>
          <p:nvPr/>
        </p:nvSpPr>
        <p:spPr>
          <a:xfrm>
            <a:off x="1699933" y="6289811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120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06065374-1A7C-4B4D-9F56-DB3F2133A112}"/>
              </a:ext>
            </a:extLst>
          </p:cNvPr>
          <p:cNvSpPr txBox="1"/>
          <p:nvPr/>
        </p:nvSpPr>
        <p:spPr>
          <a:xfrm>
            <a:off x="1654366" y="5662140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121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DF490DB1-B023-4B0D-949F-E9A7C51D8894}"/>
              </a:ext>
            </a:extLst>
          </p:cNvPr>
          <p:cNvSpPr txBox="1"/>
          <p:nvPr/>
        </p:nvSpPr>
        <p:spPr>
          <a:xfrm>
            <a:off x="2077901" y="6257317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126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EB121273-BA5A-4D93-93B3-96D2B386C8EB}"/>
              </a:ext>
            </a:extLst>
          </p:cNvPr>
          <p:cNvSpPr txBox="1"/>
          <p:nvPr/>
        </p:nvSpPr>
        <p:spPr>
          <a:xfrm>
            <a:off x="2434145" y="5487833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128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897826D2-F946-4F12-8ACA-8AEEAFFC74F6}"/>
              </a:ext>
            </a:extLst>
          </p:cNvPr>
          <p:cNvSpPr txBox="1"/>
          <p:nvPr/>
        </p:nvSpPr>
        <p:spPr>
          <a:xfrm>
            <a:off x="2448218" y="5690491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129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2C5073B7-33EA-4F61-8DF0-DD938209C681}"/>
              </a:ext>
            </a:extLst>
          </p:cNvPr>
          <p:cNvSpPr txBox="1"/>
          <p:nvPr/>
        </p:nvSpPr>
        <p:spPr>
          <a:xfrm>
            <a:off x="2434662" y="6219905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130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920CF513-3F16-4C9D-B823-DD7480E400B2}"/>
              </a:ext>
            </a:extLst>
          </p:cNvPr>
          <p:cNvSpPr txBox="1"/>
          <p:nvPr/>
        </p:nvSpPr>
        <p:spPr>
          <a:xfrm>
            <a:off x="2964298" y="5475417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131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E357421E-09AB-4949-937B-4877A5A52D47}"/>
              </a:ext>
            </a:extLst>
          </p:cNvPr>
          <p:cNvSpPr txBox="1"/>
          <p:nvPr/>
        </p:nvSpPr>
        <p:spPr>
          <a:xfrm>
            <a:off x="2970847" y="5772640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132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1FC7FAC8-0540-46BC-830E-F124D3C0BD82}"/>
              </a:ext>
            </a:extLst>
          </p:cNvPr>
          <p:cNvSpPr txBox="1"/>
          <p:nvPr/>
        </p:nvSpPr>
        <p:spPr>
          <a:xfrm>
            <a:off x="2943684" y="5984619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133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8391EDEE-57A1-4D8E-B617-8987D566DCA9}"/>
              </a:ext>
            </a:extLst>
          </p:cNvPr>
          <p:cNvSpPr txBox="1"/>
          <p:nvPr/>
        </p:nvSpPr>
        <p:spPr>
          <a:xfrm>
            <a:off x="1320852" y="5169320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116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6B981798-C003-4267-BFC3-0636C8F17045}"/>
              </a:ext>
            </a:extLst>
          </p:cNvPr>
          <p:cNvSpPr txBox="1"/>
          <p:nvPr/>
        </p:nvSpPr>
        <p:spPr>
          <a:xfrm>
            <a:off x="1703857" y="5182384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122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25B35976-0AC5-436E-9777-BA71C7689C23}"/>
              </a:ext>
            </a:extLst>
          </p:cNvPr>
          <p:cNvSpPr txBox="1"/>
          <p:nvPr/>
        </p:nvSpPr>
        <p:spPr>
          <a:xfrm>
            <a:off x="2063116" y="5209459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123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A58C255C-486D-4713-A5C1-7FF68B466820}"/>
              </a:ext>
            </a:extLst>
          </p:cNvPr>
          <p:cNvSpPr txBox="1"/>
          <p:nvPr/>
        </p:nvSpPr>
        <p:spPr>
          <a:xfrm>
            <a:off x="2035252" y="5671914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124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1E2F75B6-944C-41B7-9AE0-E928EB858E29}"/>
              </a:ext>
            </a:extLst>
          </p:cNvPr>
          <p:cNvSpPr txBox="1"/>
          <p:nvPr/>
        </p:nvSpPr>
        <p:spPr>
          <a:xfrm>
            <a:off x="2076659" y="5925581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125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3E1F6686-3CE4-4D30-B6B4-9B90EF933F2F}"/>
              </a:ext>
            </a:extLst>
          </p:cNvPr>
          <p:cNvSpPr txBox="1"/>
          <p:nvPr/>
        </p:nvSpPr>
        <p:spPr>
          <a:xfrm>
            <a:off x="2420770" y="5275215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127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37319F86-DA9E-45F9-A82A-8B33A41D4D07}"/>
              </a:ext>
            </a:extLst>
          </p:cNvPr>
          <p:cNvSpPr txBox="1"/>
          <p:nvPr/>
        </p:nvSpPr>
        <p:spPr>
          <a:xfrm>
            <a:off x="-104925" y="4937235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1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ABA18160-4C7A-4843-8A0F-FA449C5031B7}"/>
              </a:ext>
            </a:extLst>
          </p:cNvPr>
          <p:cNvSpPr txBox="1"/>
          <p:nvPr/>
        </p:nvSpPr>
        <p:spPr>
          <a:xfrm>
            <a:off x="7421486" y="4286067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2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A06A0CB4-EC5C-4ADB-A336-6DE2E129EA1A}"/>
              </a:ext>
            </a:extLst>
          </p:cNvPr>
          <p:cNvSpPr txBox="1"/>
          <p:nvPr/>
        </p:nvSpPr>
        <p:spPr>
          <a:xfrm>
            <a:off x="3395353" y="4655399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3</a:t>
            </a:r>
          </a:p>
        </p:txBody>
      </p: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3A6410AF-EA07-4D3E-9CD3-504E890BAB10}"/>
              </a:ext>
            </a:extLst>
          </p:cNvPr>
          <p:cNvCxnSpPr>
            <a:cxnSpLocks/>
          </p:cNvCxnSpPr>
          <p:nvPr/>
        </p:nvCxnSpPr>
        <p:spPr>
          <a:xfrm>
            <a:off x="3335907" y="1549991"/>
            <a:ext cx="39837" cy="3546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6" name="Straight Arrow Connector 255">
            <a:extLst>
              <a:ext uri="{FF2B5EF4-FFF2-40B4-BE49-F238E27FC236}">
                <a16:creationId xmlns:a16="http://schemas.microsoft.com/office/drawing/2014/main" id="{17593F00-5E71-4BEA-857F-73748B343C87}"/>
              </a:ext>
            </a:extLst>
          </p:cNvPr>
          <p:cNvCxnSpPr>
            <a:cxnSpLocks/>
          </p:cNvCxnSpPr>
          <p:nvPr/>
        </p:nvCxnSpPr>
        <p:spPr>
          <a:xfrm>
            <a:off x="3404508" y="1409029"/>
            <a:ext cx="39837" cy="3546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1396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A1CCD-5350-4C83-8D5A-9BB423D5F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2339" y="0"/>
            <a:ext cx="4409661" cy="1325563"/>
          </a:xfrm>
        </p:spPr>
        <p:txBody>
          <a:bodyPr/>
          <a:lstStyle/>
          <a:p>
            <a:r>
              <a:rPr lang="en-NZ" dirty="0"/>
              <a:t>Level 4 31-10-19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BE209D6-E828-4575-BBC4-98905BFE7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166191"/>
            <a:ext cx="11065565" cy="5691809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9FD4E915-029E-4E7F-94EF-9FC29D4939DB}"/>
              </a:ext>
            </a:extLst>
          </p:cNvPr>
          <p:cNvSpPr/>
          <p:nvPr/>
        </p:nvSpPr>
        <p:spPr>
          <a:xfrm>
            <a:off x="1039938" y="569180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F5784BB-EABF-4EC1-8CC9-69AC595D6FEA}"/>
              </a:ext>
            </a:extLst>
          </p:cNvPr>
          <p:cNvSpPr/>
          <p:nvPr/>
        </p:nvSpPr>
        <p:spPr>
          <a:xfrm>
            <a:off x="1321546" y="569180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65F86EC-3362-4038-95CE-2E15568CA41E}"/>
              </a:ext>
            </a:extLst>
          </p:cNvPr>
          <p:cNvSpPr/>
          <p:nvPr/>
        </p:nvSpPr>
        <p:spPr>
          <a:xfrm>
            <a:off x="1776150" y="570377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3C34AC0-8BB2-4247-800D-25077673D0F2}"/>
              </a:ext>
            </a:extLst>
          </p:cNvPr>
          <p:cNvSpPr/>
          <p:nvPr/>
        </p:nvSpPr>
        <p:spPr>
          <a:xfrm>
            <a:off x="2021673" y="5687960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C17B211-FD6F-4955-81B3-950C8496C50B}"/>
              </a:ext>
            </a:extLst>
          </p:cNvPr>
          <p:cNvSpPr/>
          <p:nvPr/>
        </p:nvSpPr>
        <p:spPr>
          <a:xfrm>
            <a:off x="2399809" y="5687960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B1403D6-885E-43BA-A23D-84567DBE00D7}"/>
              </a:ext>
            </a:extLst>
          </p:cNvPr>
          <p:cNvSpPr/>
          <p:nvPr/>
        </p:nvSpPr>
        <p:spPr>
          <a:xfrm>
            <a:off x="2645332" y="5690526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13635CA-3343-432E-B94D-A5E8D04EF53F}"/>
              </a:ext>
            </a:extLst>
          </p:cNvPr>
          <p:cNvSpPr/>
          <p:nvPr/>
        </p:nvSpPr>
        <p:spPr>
          <a:xfrm>
            <a:off x="2963383" y="5690526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3703A44-AD00-4571-A2B3-F90FB54D628D}"/>
              </a:ext>
            </a:extLst>
          </p:cNvPr>
          <p:cNvSpPr/>
          <p:nvPr/>
        </p:nvSpPr>
        <p:spPr>
          <a:xfrm>
            <a:off x="3433613" y="5690526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163D16D-1908-45D4-9105-A9AD39949DB7}"/>
              </a:ext>
            </a:extLst>
          </p:cNvPr>
          <p:cNvSpPr/>
          <p:nvPr/>
        </p:nvSpPr>
        <p:spPr>
          <a:xfrm>
            <a:off x="3739000" y="5687960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57F0E78-DE19-49ED-8A7D-4F42F28FDB47}"/>
              </a:ext>
            </a:extLst>
          </p:cNvPr>
          <p:cNvSpPr/>
          <p:nvPr/>
        </p:nvSpPr>
        <p:spPr>
          <a:xfrm>
            <a:off x="4078722" y="570377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996000A-1BA6-4B2A-A6B0-BFFC0C8F5A58}"/>
              </a:ext>
            </a:extLst>
          </p:cNvPr>
          <p:cNvSpPr/>
          <p:nvPr/>
        </p:nvSpPr>
        <p:spPr>
          <a:xfrm>
            <a:off x="4523487" y="570377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B8C693-D630-4E49-82C8-29D592455DE0}"/>
              </a:ext>
            </a:extLst>
          </p:cNvPr>
          <p:cNvSpPr txBox="1"/>
          <p:nvPr/>
        </p:nvSpPr>
        <p:spPr>
          <a:xfrm>
            <a:off x="824852" y="5456838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134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AA4CD0-8333-4F03-BBC8-DA03D502FBAE}"/>
              </a:ext>
            </a:extLst>
          </p:cNvPr>
          <p:cNvSpPr txBox="1"/>
          <p:nvPr/>
        </p:nvSpPr>
        <p:spPr>
          <a:xfrm>
            <a:off x="1175562" y="5456838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5E8542-73A0-4039-9D18-226026B53F00}"/>
              </a:ext>
            </a:extLst>
          </p:cNvPr>
          <p:cNvSpPr txBox="1"/>
          <p:nvPr/>
        </p:nvSpPr>
        <p:spPr>
          <a:xfrm>
            <a:off x="1587899" y="5456838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3B1D5E-268F-4759-8AF8-832CBCC85223}"/>
              </a:ext>
            </a:extLst>
          </p:cNvPr>
          <p:cNvSpPr txBox="1"/>
          <p:nvPr/>
        </p:nvSpPr>
        <p:spPr>
          <a:xfrm>
            <a:off x="1891349" y="5811747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137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104858-760D-4C55-B72E-65C42FBBD351}"/>
              </a:ext>
            </a:extLst>
          </p:cNvPr>
          <p:cNvSpPr txBox="1"/>
          <p:nvPr/>
        </p:nvSpPr>
        <p:spPr>
          <a:xfrm>
            <a:off x="2209525" y="5393885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138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5D01FB-D825-477F-AB5D-95213A33E940}"/>
              </a:ext>
            </a:extLst>
          </p:cNvPr>
          <p:cNvSpPr txBox="1"/>
          <p:nvPr/>
        </p:nvSpPr>
        <p:spPr>
          <a:xfrm>
            <a:off x="2514619" y="5844682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139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F3B0F24-ED90-4915-BD23-3A0DCA160082}"/>
              </a:ext>
            </a:extLst>
          </p:cNvPr>
          <p:cNvSpPr txBox="1"/>
          <p:nvPr/>
        </p:nvSpPr>
        <p:spPr>
          <a:xfrm>
            <a:off x="2872852" y="5393885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140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43D6331-582E-4C92-BFCE-883C3D499E4C}"/>
              </a:ext>
            </a:extLst>
          </p:cNvPr>
          <p:cNvSpPr txBox="1"/>
          <p:nvPr/>
        </p:nvSpPr>
        <p:spPr>
          <a:xfrm>
            <a:off x="3233111" y="5838333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141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BD33E48-B945-4174-AA5B-EBCCE16BA66A}"/>
              </a:ext>
            </a:extLst>
          </p:cNvPr>
          <p:cNvSpPr txBox="1"/>
          <p:nvPr/>
        </p:nvSpPr>
        <p:spPr>
          <a:xfrm>
            <a:off x="3551363" y="5358301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142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78A4266-F162-4E52-8DDA-A80172BAE093}"/>
              </a:ext>
            </a:extLst>
          </p:cNvPr>
          <p:cNvSpPr txBox="1"/>
          <p:nvPr/>
        </p:nvSpPr>
        <p:spPr>
          <a:xfrm>
            <a:off x="3833400" y="5837231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143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6EC2CF1-D623-4681-8362-168FCBA1D01D}"/>
              </a:ext>
            </a:extLst>
          </p:cNvPr>
          <p:cNvSpPr txBox="1"/>
          <p:nvPr/>
        </p:nvSpPr>
        <p:spPr>
          <a:xfrm>
            <a:off x="4326879" y="5403484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144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4810AAC-26DB-4380-9CDF-132E3DBDD28A}"/>
              </a:ext>
            </a:extLst>
          </p:cNvPr>
          <p:cNvSpPr/>
          <p:nvPr/>
        </p:nvSpPr>
        <p:spPr>
          <a:xfrm>
            <a:off x="1457599" y="2553736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8F59794-54B2-49BF-B769-1E2D0E4CEAA4}"/>
              </a:ext>
            </a:extLst>
          </p:cNvPr>
          <p:cNvSpPr/>
          <p:nvPr/>
        </p:nvSpPr>
        <p:spPr>
          <a:xfrm>
            <a:off x="1457599" y="2025292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0426A07-AF33-4BC8-A409-627429C0F661}"/>
              </a:ext>
            </a:extLst>
          </p:cNvPr>
          <p:cNvSpPr/>
          <p:nvPr/>
        </p:nvSpPr>
        <p:spPr>
          <a:xfrm>
            <a:off x="1689652" y="2553736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51B1E67-B0D5-4980-8DF7-3D60BCF37B55}"/>
              </a:ext>
            </a:extLst>
          </p:cNvPr>
          <p:cNvSpPr/>
          <p:nvPr/>
        </p:nvSpPr>
        <p:spPr>
          <a:xfrm>
            <a:off x="1857501" y="2183741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090196D-65AB-40F0-A78B-AED729103902}"/>
              </a:ext>
            </a:extLst>
          </p:cNvPr>
          <p:cNvSpPr/>
          <p:nvPr/>
        </p:nvSpPr>
        <p:spPr>
          <a:xfrm>
            <a:off x="2065475" y="2553736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A8E872E-266E-4BEA-91EE-E53DD197412E}"/>
              </a:ext>
            </a:extLst>
          </p:cNvPr>
          <p:cNvSpPr/>
          <p:nvPr/>
        </p:nvSpPr>
        <p:spPr>
          <a:xfrm>
            <a:off x="2076455" y="2350299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0F28B11-9F47-4AFD-89A9-8EEA431B0199}"/>
              </a:ext>
            </a:extLst>
          </p:cNvPr>
          <p:cNvSpPr/>
          <p:nvPr/>
        </p:nvSpPr>
        <p:spPr>
          <a:xfrm>
            <a:off x="2340101" y="154830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266B245-D99E-4B17-A3BC-54F334DF2914}"/>
              </a:ext>
            </a:extLst>
          </p:cNvPr>
          <p:cNvSpPr/>
          <p:nvPr/>
        </p:nvSpPr>
        <p:spPr>
          <a:xfrm>
            <a:off x="2167106" y="154830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2C81A9C-D2A8-4519-B491-DA50E8ACFE05}"/>
              </a:ext>
            </a:extLst>
          </p:cNvPr>
          <p:cNvSpPr/>
          <p:nvPr/>
        </p:nvSpPr>
        <p:spPr>
          <a:xfrm>
            <a:off x="3380250" y="1554122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359868E-0A9D-4CB2-8D6A-C04EB199396B}"/>
              </a:ext>
            </a:extLst>
          </p:cNvPr>
          <p:cNvSpPr/>
          <p:nvPr/>
        </p:nvSpPr>
        <p:spPr>
          <a:xfrm>
            <a:off x="3573198" y="1548303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304FC13-D0C5-4A8E-B89F-3F9A470D537B}"/>
              </a:ext>
            </a:extLst>
          </p:cNvPr>
          <p:cNvSpPr/>
          <p:nvPr/>
        </p:nvSpPr>
        <p:spPr>
          <a:xfrm>
            <a:off x="1878807" y="155361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A6C1EB8-4AC4-4892-AAB4-953D22FDFF3E}"/>
              </a:ext>
            </a:extLst>
          </p:cNvPr>
          <p:cNvSpPr/>
          <p:nvPr/>
        </p:nvSpPr>
        <p:spPr>
          <a:xfrm>
            <a:off x="1578330" y="154830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3690402-CDCE-4EAB-ACD2-50C59CBB1319}"/>
              </a:ext>
            </a:extLst>
          </p:cNvPr>
          <p:cNvSpPr txBox="1"/>
          <p:nvPr/>
        </p:nvSpPr>
        <p:spPr>
          <a:xfrm>
            <a:off x="1037167" y="2464642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145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48E80A5-8315-42E2-A8A4-72EA12867947}"/>
              </a:ext>
            </a:extLst>
          </p:cNvPr>
          <p:cNvSpPr txBox="1"/>
          <p:nvPr/>
        </p:nvSpPr>
        <p:spPr>
          <a:xfrm>
            <a:off x="1034671" y="1925067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146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9AE0F8F-BBA4-45DD-BBE4-B18DEBBD97DC}"/>
              </a:ext>
            </a:extLst>
          </p:cNvPr>
          <p:cNvSpPr txBox="1"/>
          <p:nvPr/>
        </p:nvSpPr>
        <p:spPr>
          <a:xfrm>
            <a:off x="2173386" y="2247532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150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D1A5265-E7BF-4551-9DB3-D431F3B8D3A3}"/>
              </a:ext>
            </a:extLst>
          </p:cNvPr>
          <p:cNvSpPr txBox="1"/>
          <p:nvPr/>
        </p:nvSpPr>
        <p:spPr>
          <a:xfrm>
            <a:off x="2180099" y="2440361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149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C11AE28-6C2E-44F5-A1C8-068DC237ACCB}"/>
              </a:ext>
            </a:extLst>
          </p:cNvPr>
          <p:cNvSpPr txBox="1"/>
          <p:nvPr/>
        </p:nvSpPr>
        <p:spPr>
          <a:xfrm>
            <a:off x="1382790" y="1630531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151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E0DE092-E2F8-4A8B-A935-33E70C0F6AB4}"/>
              </a:ext>
            </a:extLst>
          </p:cNvPr>
          <p:cNvSpPr txBox="1"/>
          <p:nvPr/>
        </p:nvSpPr>
        <p:spPr>
          <a:xfrm>
            <a:off x="1712074" y="1172581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152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EDDEBB2-0D77-473F-AFAF-A61C98A88CDE}"/>
              </a:ext>
            </a:extLst>
          </p:cNvPr>
          <p:cNvSpPr txBox="1"/>
          <p:nvPr/>
        </p:nvSpPr>
        <p:spPr>
          <a:xfrm>
            <a:off x="1971777" y="1651322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153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EF76285-9E63-4664-8513-670609CF5E0F}"/>
              </a:ext>
            </a:extLst>
          </p:cNvPr>
          <p:cNvSpPr txBox="1"/>
          <p:nvPr/>
        </p:nvSpPr>
        <p:spPr>
          <a:xfrm>
            <a:off x="2229785" y="1172581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154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0CC881E-082A-4FFC-8B8E-D1544AC9C465}"/>
              </a:ext>
            </a:extLst>
          </p:cNvPr>
          <p:cNvSpPr txBox="1"/>
          <p:nvPr/>
        </p:nvSpPr>
        <p:spPr>
          <a:xfrm>
            <a:off x="3046516" y="1638467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155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800CAE6-FD2E-4622-9EBE-06A1A8F4AF79}"/>
              </a:ext>
            </a:extLst>
          </p:cNvPr>
          <p:cNvSpPr txBox="1"/>
          <p:nvPr/>
        </p:nvSpPr>
        <p:spPr>
          <a:xfrm>
            <a:off x="3562041" y="1631979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156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11354F9-B43B-47AF-BE62-7A31825F5559}"/>
              </a:ext>
            </a:extLst>
          </p:cNvPr>
          <p:cNvCxnSpPr>
            <a:stCxn id="30" idx="4"/>
          </p:cNvCxnSpPr>
          <p:nvPr/>
        </p:nvCxnSpPr>
        <p:spPr>
          <a:xfrm flipH="1" flipV="1">
            <a:off x="1067665" y="4357973"/>
            <a:ext cx="3542320" cy="1515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9BD1FC9-2A1F-446F-B2D8-8AC5CE999726}"/>
              </a:ext>
            </a:extLst>
          </p:cNvPr>
          <p:cNvCxnSpPr>
            <a:cxnSpLocks/>
          </p:cNvCxnSpPr>
          <p:nvPr/>
        </p:nvCxnSpPr>
        <p:spPr>
          <a:xfrm flipH="1" flipV="1">
            <a:off x="1175562" y="4442829"/>
            <a:ext cx="2950553" cy="1304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5B04ED2-D491-44AA-A32A-0678071E1362}"/>
              </a:ext>
            </a:extLst>
          </p:cNvPr>
          <p:cNvCxnSpPr>
            <a:cxnSpLocks/>
          </p:cNvCxnSpPr>
          <p:nvPr/>
        </p:nvCxnSpPr>
        <p:spPr>
          <a:xfrm flipH="1" flipV="1">
            <a:off x="1175562" y="4414572"/>
            <a:ext cx="2599844" cy="1364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646BCDE-3635-489E-A827-A4BF4555F932}"/>
              </a:ext>
            </a:extLst>
          </p:cNvPr>
          <p:cNvCxnSpPr>
            <a:cxnSpLocks/>
          </p:cNvCxnSpPr>
          <p:nvPr/>
        </p:nvCxnSpPr>
        <p:spPr>
          <a:xfrm flipH="1" flipV="1">
            <a:off x="1126435" y="4409375"/>
            <a:ext cx="2361922" cy="1349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508CF40-6A60-47D1-B939-8A3E238CAF4D}"/>
              </a:ext>
            </a:extLst>
          </p:cNvPr>
          <p:cNvCxnSpPr>
            <a:cxnSpLocks/>
          </p:cNvCxnSpPr>
          <p:nvPr/>
        </p:nvCxnSpPr>
        <p:spPr>
          <a:xfrm flipH="1" flipV="1">
            <a:off x="1089065" y="4425008"/>
            <a:ext cx="1953325" cy="13807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8EB8963-68C9-440E-A0F9-1F7C7FD3B44F}"/>
              </a:ext>
            </a:extLst>
          </p:cNvPr>
          <p:cNvCxnSpPr>
            <a:cxnSpLocks/>
          </p:cNvCxnSpPr>
          <p:nvPr/>
        </p:nvCxnSpPr>
        <p:spPr>
          <a:xfrm flipH="1" flipV="1">
            <a:off x="1096978" y="4498789"/>
            <a:ext cx="1512091" cy="1222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D1AD5B2-B464-49E5-BBD8-B32526F8504B}"/>
              </a:ext>
            </a:extLst>
          </p:cNvPr>
          <p:cNvCxnSpPr>
            <a:cxnSpLocks/>
          </p:cNvCxnSpPr>
          <p:nvPr/>
        </p:nvCxnSpPr>
        <p:spPr>
          <a:xfrm flipH="1" flipV="1">
            <a:off x="1175562" y="4410476"/>
            <a:ext cx="1161382" cy="1289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0BCB2E6-3715-440C-8C88-938798FE3C43}"/>
              </a:ext>
            </a:extLst>
          </p:cNvPr>
          <p:cNvCxnSpPr>
            <a:cxnSpLocks/>
          </p:cNvCxnSpPr>
          <p:nvPr/>
        </p:nvCxnSpPr>
        <p:spPr>
          <a:xfrm flipH="1" flipV="1">
            <a:off x="1111853" y="4498789"/>
            <a:ext cx="969291" cy="12482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2FC5C5D-2584-42FF-9B47-BFBAC2511ACC}"/>
              </a:ext>
            </a:extLst>
          </p:cNvPr>
          <p:cNvCxnSpPr>
            <a:cxnSpLocks/>
          </p:cNvCxnSpPr>
          <p:nvPr/>
        </p:nvCxnSpPr>
        <p:spPr>
          <a:xfrm flipH="1" flipV="1">
            <a:off x="1175562" y="4563602"/>
            <a:ext cx="633458" cy="1177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3AFCABC7-3B31-4A0F-AB7F-DF0E58B8387A}"/>
              </a:ext>
            </a:extLst>
          </p:cNvPr>
          <p:cNvCxnSpPr>
            <a:cxnSpLocks/>
          </p:cNvCxnSpPr>
          <p:nvPr/>
        </p:nvCxnSpPr>
        <p:spPr>
          <a:xfrm flipH="1" flipV="1">
            <a:off x="1155561" y="4563602"/>
            <a:ext cx="208718" cy="1224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038DD27-AC44-479B-A45B-1F7648EA15A2}"/>
              </a:ext>
            </a:extLst>
          </p:cNvPr>
          <p:cNvCxnSpPr>
            <a:cxnSpLocks/>
          </p:cNvCxnSpPr>
          <p:nvPr/>
        </p:nvCxnSpPr>
        <p:spPr>
          <a:xfrm flipV="1">
            <a:off x="1040780" y="4442829"/>
            <a:ext cx="70053" cy="12451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DB59C0DF-3447-4CD3-A677-F6D431D28E87}"/>
              </a:ext>
            </a:extLst>
          </p:cNvPr>
          <p:cNvCxnSpPr>
            <a:stCxn id="54" idx="3"/>
          </p:cNvCxnSpPr>
          <p:nvPr/>
        </p:nvCxnSpPr>
        <p:spPr>
          <a:xfrm flipH="1">
            <a:off x="1089065" y="2649308"/>
            <a:ext cx="512176" cy="1708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306A0207-6713-433C-BE3F-D7228CA99510}"/>
              </a:ext>
            </a:extLst>
          </p:cNvPr>
          <p:cNvCxnSpPr>
            <a:cxnSpLocks/>
          </p:cNvCxnSpPr>
          <p:nvPr/>
        </p:nvCxnSpPr>
        <p:spPr>
          <a:xfrm>
            <a:off x="1528005" y="2142303"/>
            <a:ext cx="8459164" cy="966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BB4EC5C6-E024-45E7-9BC2-299D76BB6375}"/>
              </a:ext>
            </a:extLst>
          </p:cNvPr>
          <p:cNvCxnSpPr>
            <a:cxnSpLocks/>
          </p:cNvCxnSpPr>
          <p:nvPr/>
        </p:nvCxnSpPr>
        <p:spPr>
          <a:xfrm>
            <a:off x="1775576" y="2691711"/>
            <a:ext cx="8211593" cy="420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5253F6B0-7D26-4598-AEAB-11FA9CC3091F}"/>
              </a:ext>
            </a:extLst>
          </p:cNvPr>
          <p:cNvCxnSpPr>
            <a:cxnSpLocks/>
          </p:cNvCxnSpPr>
          <p:nvPr/>
        </p:nvCxnSpPr>
        <p:spPr>
          <a:xfrm flipH="1">
            <a:off x="1212933" y="2316574"/>
            <a:ext cx="808450" cy="1232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BCDB413B-46EC-4AB1-9EEA-696E1613D5DE}"/>
              </a:ext>
            </a:extLst>
          </p:cNvPr>
          <p:cNvCxnSpPr/>
          <p:nvPr/>
        </p:nvCxnSpPr>
        <p:spPr>
          <a:xfrm flipV="1">
            <a:off x="1247954" y="3147210"/>
            <a:ext cx="8867591" cy="392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D6117015-7391-4DD4-B2A0-951CF16636ED}"/>
              </a:ext>
            </a:extLst>
          </p:cNvPr>
          <p:cNvCxnSpPr>
            <a:stCxn id="58" idx="1"/>
          </p:cNvCxnSpPr>
          <p:nvPr/>
        </p:nvCxnSpPr>
        <p:spPr>
          <a:xfrm>
            <a:off x="2173386" y="2432198"/>
            <a:ext cx="1206864" cy="21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BA14C222-09C1-468D-B539-27B17F07CD5D}"/>
              </a:ext>
            </a:extLst>
          </p:cNvPr>
          <p:cNvCxnSpPr>
            <a:cxnSpLocks/>
          </p:cNvCxnSpPr>
          <p:nvPr/>
        </p:nvCxnSpPr>
        <p:spPr>
          <a:xfrm flipV="1">
            <a:off x="2113292" y="2474495"/>
            <a:ext cx="1266958" cy="1639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7F7A5CD1-0B81-47F6-954D-7CF066FCCC9A}"/>
              </a:ext>
            </a:extLst>
          </p:cNvPr>
          <p:cNvCxnSpPr/>
          <p:nvPr/>
        </p:nvCxnSpPr>
        <p:spPr>
          <a:xfrm flipH="1">
            <a:off x="1168841" y="2478471"/>
            <a:ext cx="2211409" cy="1799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B11DE1C1-8FDE-4679-87F5-21D449EF7A19}"/>
              </a:ext>
            </a:extLst>
          </p:cNvPr>
          <p:cNvCxnSpPr>
            <a:cxnSpLocks/>
          </p:cNvCxnSpPr>
          <p:nvPr/>
        </p:nvCxnSpPr>
        <p:spPr>
          <a:xfrm flipH="1">
            <a:off x="1135685" y="2499962"/>
            <a:ext cx="2097426" cy="16912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116BCADC-A960-4A28-B853-0364CA4D817C}"/>
              </a:ext>
            </a:extLst>
          </p:cNvPr>
          <p:cNvCxnSpPr>
            <a:cxnSpLocks/>
          </p:cNvCxnSpPr>
          <p:nvPr/>
        </p:nvCxnSpPr>
        <p:spPr>
          <a:xfrm flipH="1">
            <a:off x="2814175" y="1579197"/>
            <a:ext cx="852721" cy="1112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7F7E4E2B-EE5F-4114-96B3-EF44A878E2A2}"/>
              </a:ext>
            </a:extLst>
          </p:cNvPr>
          <p:cNvCxnSpPr>
            <a:cxnSpLocks/>
          </p:cNvCxnSpPr>
          <p:nvPr/>
        </p:nvCxnSpPr>
        <p:spPr>
          <a:xfrm>
            <a:off x="2818327" y="2639306"/>
            <a:ext cx="6950372" cy="321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22F85E7E-16B8-410B-9752-25F7E25EB2DA}"/>
              </a:ext>
            </a:extLst>
          </p:cNvPr>
          <p:cNvCxnSpPr>
            <a:cxnSpLocks/>
          </p:cNvCxnSpPr>
          <p:nvPr/>
        </p:nvCxnSpPr>
        <p:spPr>
          <a:xfrm>
            <a:off x="2462136" y="1658883"/>
            <a:ext cx="7306563" cy="1468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84EBA42E-5A56-4DC9-A7C2-6781FF39D366}"/>
              </a:ext>
            </a:extLst>
          </p:cNvPr>
          <p:cNvCxnSpPr>
            <a:cxnSpLocks/>
          </p:cNvCxnSpPr>
          <p:nvPr/>
        </p:nvCxnSpPr>
        <p:spPr>
          <a:xfrm>
            <a:off x="2346814" y="1691762"/>
            <a:ext cx="7306563" cy="1468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3D2F35AD-0DE0-4023-AEA4-C4656F09CBBE}"/>
              </a:ext>
            </a:extLst>
          </p:cNvPr>
          <p:cNvCxnSpPr>
            <a:cxnSpLocks/>
          </p:cNvCxnSpPr>
          <p:nvPr/>
        </p:nvCxnSpPr>
        <p:spPr>
          <a:xfrm>
            <a:off x="1980802" y="1678899"/>
            <a:ext cx="7672575" cy="1420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4B218ED2-EA82-4D98-92C7-A66094ABC3BE}"/>
              </a:ext>
            </a:extLst>
          </p:cNvPr>
          <p:cNvCxnSpPr>
            <a:cxnSpLocks/>
          </p:cNvCxnSpPr>
          <p:nvPr/>
        </p:nvCxnSpPr>
        <p:spPr>
          <a:xfrm>
            <a:off x="1662383" y="1678510"/>
            <a:ext cx="8088358" cy="1449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3" name="Oval 122">
            <a:extLst>
              <a:ext uri="{FF2B5EF4-FFF2-40B4-BE49-F238E27FC236}">
                <a16:creationId xmlns:a16="http://schemas.microsoft.com/office/drawing/2014/main" id="{C5E09C81-30B0-4E5D-8743-B3D5492DAA22}"/>
              </a:ext>
            </a:extLst>
          </p:cNvPr>
          <p:cNvSpPr/>
          <p:nvPr/>
        </p:nvSpPr>
        <p:spPr>
          <a:xfrm>
            <a:off x="8914820" y="5674970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9F122724-E594-435D-A71F-D6213B63561C}"/>
              </a:ext>
            </a:extLst>
          </p:cNvPr>
          <p:cNvSpPr/>
          <p:nvPr/>
        </p:nvSpPr>
        <p:spPr>
          <a:xfrm>
            <a:off x="9391540" y="5674970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8FDB71A1-8109-4D01-A6B6-0B70B4245C42}"/>
              </a:ext>
            </a:extLst>
          </p:cNvPr>
          <p:cNvSpPr/>
          <p:nvPr/>
        </p:nvSpPr>
        <p:spPr>
          <a:xfrm>
            <a:off x="8366074" y="567740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E717A342-454B-4835-A974-5E8568930FF0}"/>
              </a:ext>
            </a:extLst>
          </p:cNvPr>
          <p:cNvSpPr/>
          <p:nvPr/>
        </p:nvSpPr>
        <p:spPr>
          <a:xfrm>
            <a:off x="8001707" y="567098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125887CE-43A5-438F-AD25-BA2614F93A1B}"/>
              </a:ext>
            </a:extLst>
          </p:cNvPr>
          <p:cNvSpPr/>
          <p:nvPr/>
        </p:nvSpPr>
        <p:spPr>
          <a:xfrm>
            <a:off x="7437798" y="569065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0CA949E4-418A-4C62-9479-6BC8F1B8821A}"/>
              </a:ext>
            </a:extLst>
          </p:cNvPr>
          <p:cNvSpPr/>
          <p:nvPr/>
        </p:nvSpPr>
        <p:spPr>
          <a:xfrm>
            <a:off x="6973827" y="5703906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42899F58-DA14-40F1-BAB9-A530F974E995}"/>
              </a:ext>
            </a:extLst>
          </p:cNvPr>
          <p:cNvSpPr/>
          <p:nvPr/>
        </p:nvSpPr>
        <p:spPr>
          <a:xfrm>
            <a:off x="8078612" y="435797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7BE55183-DAC5-4357-ADC0-451B94BA2DA4}"/>
              </a:ext>
            </a:extLst>
          </p:cNvPr>
          <p:cNvSpPr/>
          <p:nvPr/>
        </p:nvSpPr>
        <p:spPr>
          <a:xfrm>
            <a:off x="8088204" y="412473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DAD2C757-CE6E-492E-9343-345EC57EEAC5}"/>
              </a:ext>
            </a:extLst>
          </p:cNvPr>
          <p:cNvSpPr/>
          <p:nvPr/>
        </p:nvSpPr>
        <p:spPr>
          <a:xfrm>
            <a:off x="8383278" y="412899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396663D7-F8E5-4E16-A622-50543705C400}"/>
              </a:ext>
            </a:extLst>
          </p:cNvPr>
          <p:cNvSpPr/>
          <p:nvPr/>
        </p:nvSpPr>
        <p:spPr>
          <a:xfrm>
            <a:off x="8394931" y="4532066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C454E2FE-2E18-4F54-9D08-1FC599E60F24}"/>
              </a:ext>
            </a:extLst>
          </p:cNvPr>
          <p:cNvSpPr txBox="1"/>
          <p:nvPr/>
        </p:nvSpPr>
        <p:spPr>
          <a:xfrm>
            <a:off x="9204625" y="5350006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157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C6EA5546-B717-4BF1-B2DD-B5BE419E1ACE}"/>
              </a:ext>
            </a:extLst>
          </p:cNvPr>
          <p:cNvSpPr txBox="1"/>
          <p:nvPr/>
        </p:nvSpPr>
        <p:spPr>
          <a:xfrm>
            <a:off x="8720755" y="5380261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158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5E82763-8F9B-49AB-B29D-B40DBA67839C}"/>
              </a:ext>
            </a:extLst>
          </p:cNvPr>
          <p:cNvSpPr txBox="1"/>
          <p:nvPr/>
        </p:nvSpPr>
        <p:spPr>
          <a:xfrm>
            <a:off x="8189843" y="5383038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159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295283C-9C3C-4CDB-A9DA-73DCE59D1B73}"/>
              </a:ext>
            </a:extLst>
          </p:cNvPr>
          <p:cNvSpPr txBox="1"/>
          <p:nvPr/>
        </p:nvSpPr>
        <p:spPr>
          <a:xfrm>
            <a:off x="7705973" y="5361088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160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2FA6581-FE26-40F3-AD29-90A19CF9C22B}"/>
              </a:ext>
            </a:extLst>
          </p:cNvPr>
          <p:cNvSpPr txBox="1"/>
          <p:nvPr/>
        </p:nvSpPr>
        <p:spPr>
          <a:xfrm>
            <a:off x="7248736" y="5419597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161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D8228061-927A-4DB5-9868-8FBA66948A0E}"/>
              </a:ext>
            </a:extLst>
          </p:cNvPr>
          <p:cNvSpPr txBox="1"/>
          <p:nvPr/>
        </p:nvSpPr>
        <p:spPr>
          <a:xfrm>
            <a:off x="7653251" y="4293926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162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FF396B9B-329E-4EB9-9653-C8275CD6B50A}"/>
              </a:ext>
            </a:extLst>
          </p:cNvPr>
          <p:cNvSpPr txBox="1"/>
          <p:nvPr/>
        </p:nvSpPr>
        <p:spPr>
          <a:xfrm>
            <a:off x="7653251" y="3955706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163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24EB4032-52E8-4451-9B0C-7E01C86D452C}"/>
              </a:ext>
            </a:extLst>
          </p:cNvPr>
          <p:cNvSpPr txBox="1"/>
          <p:nvPr/>
        </p:nvSpPr>
        <p:spPr>
          <a:xfrm>
            <a:off x="8469775" y="3986344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164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3EE03C89-8471-477A-88CA-5BB961A10933}"/>
              </a:ext>
            </a:extLst>
          </p:cNvPr>
          <p:cNvSpPr txBox="1"/>
          <p:nvPr/>
        </p:nvSpPr>
        <p:spPr>
          <a:xfrm>
            <a:off x="8469775" y="4431782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166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BA42551E-2247-4CC3-A3CF-55F2B7D7F410}"/>
              </a:ext>
            </a:extLst>
          </p:cNvPr>
          <p:cNvSpPr txBox="1"/>
          <p:nvPr/>
        </p:nvSpPr>
        <p:spPr>
          <a:xfrm>
            <a:off x="6810212" y="5425398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165</a:t>
            </a: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D1816AED-5AE7-4B7F-87B9-E58C12F8CEF0}"/>
              </a:ext>
            </a:extLst>
          </p:cNvPr>
          <p:cNvCxnSpPr>
            <a:cxnSpLocks/>
          </p:cNvCxnSpPr>
          <p:nvPr/>
        </p:nvCxnSpPr>
        <p:spPr>
          <a:xfrm flipH="1" flipV="1">
            <a:off x="1151864" y="4401144"/>
            <a:ext cx="8333730" cy="1365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7D91FDE7-BC1B-4275-AEF5-68B83C5B1D87}"/>
              </a:ext>
            </a:extLst>
          </p:cNvPr>
          <p:cNvCxnSpPr>
            <a:cxnSpLocks/>
          </p:cNvCxnSpPr>
          <p:nvPr/>
        </p:nvCxnSpPr>
        <p:spPr>
          <a:xfrm flipV="1">
            <a:off x="8934120" y="3139063"/>
            <a:ext cx="860008" cy="2600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13D3C2EC-4C5D-4845-8CA9-8A70D233A9B8}"/>
              </a:ext>
            </a:extLst>
          </p:cNvPr>
          <p:cNvCxnSpPr>
            <a:cxnSpLocks/>
          </p:cNvCxnSpPr>
          <p:nvPr/>
        </p:nvCxnSpPr>
        <p:spPr>
          <a:xfrm flipV="1">
            <a:off x="8477566" y="3210862"/>
            <a:ext cx="1356014" cy="2548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949CB306-8734-402C-A3FD-08903E525F30}"/>
              </a:ext>
            </a:extLst>
          </p:cNvPr>
          <p:cNvCxnSpPr>
            <a:cxnSpLocks/>
          </p:cNvCxnSpPr>
          <p:nvPr/>
        </p:nvCxnSpPr>
        <p:spPr>
          <a:xfrm flipV="1">
            <a:off x="7508856" y="3062909"/>
            <a:ext cx="2352040" cy="26841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013EAA73-D7A1-4422-9765-994185FEA18E}"/>
              </a:ext>
            </a:extLst>
          </p:cNvPr>
          <p:cNvCxnSpPr>
            <a:cxnSpLocks/>
          </p:cNvCxnSpPr>
          <p:nvPr/>
        </p:nvCxnSpPr>
        <p:spPr>
          <a:xfrm flipV="1">
            <a:off x="7099196" y="3143061"/>
            <a:ext cx="2892993" cy="2522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20BF1750-A7C3-40E8-8A30-D57EAE3E78D0}"/>
              </a:ext>
            </a:extLst>
          </p:cNvPr>
          <p:cNvCxnSpPr>
            <a:cxnSpLocks/>
          </p:cNvCxnSpPr>
          <p:nvPr/>
        </p:nvCxnSpPr>
        <p:spPr>
          <a:xfrm flipV="1">
            <a:off x="8146267" y="3171330"/>
            <a:ext cx="1782431" cy="1065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23DB5507-D532-430D-B06C-F781FABA2C04}"/>
              </a:ext>
            </a:extLst>
          </p:cNvPr>
          <p:cNvCxnSpPr>
            <a:cxnSpLocks/>
          </p:cNvCxnSpPr>
          <p:nvPr/>
        </p:nvCxnSpPr>
        <p:spPr>
          <a:xfrm flipV="1">
            <a:off x="8504116" y="3180957"/>
            <a:ext cx="1437808" cy="990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54F5B4D1-1C68-4789-8D37-13C1F09A58E5}"/>
              </a:ext>
            </a:extLst>
          </p:cNvPr>
          <p:cNvCxnSpPr>
            <a:cxnSpLocks/>
          </p:cNvCxnSpPr>
          <p:nvPr/>
        </p:nvCxnSpPr>
        <p:spPr>
          <a:xfrm flipV="1">
            <a:off x="8198939" y="3156859"/>
            <a:ext cx="1716212" cy="1289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71EB9954-BC07-42B2-B07B-ECAD574F0908}"/>
              </a:ext>
            </a:extLst>
          </p:cNvPr>
          <p:cNvCxnSpPr>
            <a:cxnSpLocks/>
          </p:cNvCxnSpPr>
          <p:nvPr/>
        </p:nvCxnSpPr>
        <p:spPr>
          <a:xfrm flipV="1">
            <a:off x="8570026" y="3154627"/>
            <a:ext cx="1371675" cy="1451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2" name="Oval 161">
            <a:extLst>
              <a:ext uri="{FF2B5EF4-FFF2-40B4-BE49-F238E27FC236}">
                <a16:creationId xmlns:a16="http://schemas.microsoft.com/office/drawing/2014/main" id="{4AF8E860-B6B0-4665-B990-3C8846537F19}"/>
              </a:ext>
            </a:extLst>
          </p:cNvPr>
          <p:cNvSpPr/>
          <p:nvPr/>
        </p:nvSpPr>
        <p:spPr>
          <a:xfrm>
            <a:off x="8016808" y="3046526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2E856D55-D356-48A5-98EC-C0BCEAEB878E}"/>
              </a:ext>
            </a:extLst>
          </p:cNvPr>
          <p:cNvSpPr/>
          <p:nvPr/>
        </p:nvSpPr>
        <p:spPr>
          <a:xfrm>
            <a:off x="8614464" y="3063210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A7563A9C-09F9-49AB-9C44-1DD89E92B0F3}"/>
              </a:ext>
            </a:extLst>
          </p:cNvPr>
          <p:cNvSpPr/>
          <p:nvPr/>
        </p:nvSpPr>
        <p:spPr>
          <a:xfrm>
            <a:off x="8567926" y="2608534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A517D2BA-3B43-4D8F-B41F-C202368DC09C}"/>
              </a:ext>
            </a:extLst>
          </p:cNvPr>
          <p:cNvSpPr/>
          <p:nvPr/>
        </p:nvSpPr>
        <p:spPr>
          <a:xfrm>
            <a:off x="7982436" y="260135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002CBB7D-43C4-4FD2-B648-06F30C93DB2A}"/>
              </a:ext>
            </a:extLst>
          </p:cNvPr>
          <p:cNvSpPr/>
          <p:nvPr/>
        </p:nvSpPr>
        <p:spPr>
          <a:xfrm>
            <a:off x="8016977" y="156870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F8F9FA65-163F-4BDD-B7AA-EBFE38ED1873}"/>
              </a:ext>
            </a:extLst>
          </p:cNvPr>
          <p:cNvSpPr/>
          <p:nvPr/>
        </p:nvSpPr>
        <p:spPr>
          <a:xfrm>
            <a:off x="7374286" y="1587540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B96A1716-DF53-44CB-A9C1-4994B99B725E}"/>
              </a:ext>
            </a:extLst>
          </p:cNvPr>
          <p:cNvSpPr/>
          <p:nvPr/>
        </p:nvSpPr>
        <p:spPr>
          <a:xfrm>
            <a:off x="7038575" y="156781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683DEEBB-F367-4A4B-8BC8-F1C0B4CECBA1}"/>
              </a:ext>
            </a:extLst>
          </p:cNvPr>
          <p:cNvSpPr/>
          <p:nvPr/>
        </p:nvSpPr>
        <p:spPr>
          <a:xfrm>
            <a:off x="6568879" y="1587540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5C3B123A-F23A-4805-9B35-7B463E5B8744}"/>
              </a:ext>
            </a:extLst>
          </p:cNvPr>
          <p:cNvSpPr txBox="1"/>
          <p:nvPr/>
        </p:nvSpPr>
        <p:spPr>
          <a:xfrm>
            <a:off x="8477343" y="3192858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167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8DE002A4-FD5D-454F-85F8-DFFDF88B2F3A}"/>
              </a:ext>
            </a:extLst>
          </p:cNvPr>
          <p:cNvSpPr txBox="1"/>
          <p:nvPr/>
        </p:nvSpPr>
        <p:spPr>
          <a:xfrm>
            <a:off x="7835199" y="3146377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168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06AB5481-73F5-4EDE-A889-000FE3962F80}"/>
              </a:ext>
            </a:extLst>
          </p:cNvPr>
          <p:cNvSpPr txBox="1"/>
          <p:nvPr/>
        </p:nvSpPr>
        <p:spPr>
          <a:xfrm>
            <a:off x="8350746" y="2311404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169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FF338A71-EEA9-49BE-9045-2C4050C11214}"/>
              </a:ext>
            </a:extLst>
          </p:cNvPr>
          <p:cNvSpPr txBox="1"/>
          <p:nvPr/>
        </p:nvSpPr>
        <p:spPr>
          <a:xfrm>
            <a:off x="7751469" y="2323108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170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D266F6D8-3862-447E-A4A5-507CFDA2118B}"/>
              </a:ext>
            </a:extLst>
          </p:cNvPr>
          <p:cNvSpPr txBox="1"/>
          <p:nvPr/>
        </p:nvSpPr>
        <p:spPr>
          <a:xfrm>
            <a:off x="7864162" y="1627488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171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A6125429-B221-4387-B846-1A9466F2AB1B}"/>
              </a:ext>
            </a:extLst>
          </p:cNvPr>
          <p:cNvSpPr txBox="1"/>
          <p:nvPr/>
        </p:nvSpPr>
        <p:spPr>
          <a:xfrm>
            <a:off x="7201492" y="1694076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172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5C509636-ED37-49C7-B85D-A9F2EB8CF17B}"/>
              </a:ext>
            </a:extLst>
          </p:cNvPr>
          <p:cNvSpPr txBox="1"/>
          <p:nvPr/>
        </p:nvSpPr>
        <p:spPr>
          <a:xfrm>
            <a:off x="6798727" y="1672396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173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7BC8A018-3B52-4E87-8EFB-CC5B4FC8490C}"/>
              </a:ext>
            </a:extLst>
          </p:cNvPr>
          <p:cNvSpPr txBox="1"/>
          <p:nvPr/>
        </p:nvSpPr>
        <p:spPr>
          <a:xfrm>
            <a:off x="6293513" y="1659035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174</a:t>
            </a: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EB1B08F7-7488-4B64-B7FC-8352B28E02EF}"/>
              </a:ext>
            </a:extLst>
          </p:cNvPr>
          <p:cNvCxnSpPr>
            <a:stCxn id="164" idx="4"/>
          </p:cNvCxnSpPr>
          <p:nvPr/>
        </p:nvCxnSpPr>
        <p:spPr>
          <a:xfrm flipH="1" flipV="1">
            <a:off x="6000095" y="2601354"/>
            <a:ext cx="2654329" cy="176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EA4C8037-0E97-488E-A02D-6702DF02416D}"/>
              </a:ext>
            </a:extLst>
          </p:cNvPr>
          <p:cNvCxnSpPr/>
          <p:nvPr/>
        </p:nvCxnSpPr>
        <p:spPr>
          <a:xfrm>
            <a:off x="6000095" y="2611624"/>
            <a:ext cx="0" cy="1270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3508B216-C6B9-4BFA-8D42-3F94340BF53E}"/>
              </a:ext>
            </a:extLst>
          </p:cNvPr>
          <p:cNvCxnSpPr/>
          <p:nvPr/>
        </p:nvCxnSpPr>
        <p:spPr>
          <a:xfrm>
            <a:off x="6000095" y="3880274"/>
            <a:ext cx="23831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AAA47501-1BF9-4E02-9467-F62708BF17BC}"/>
              </a:ext>
            </a:extLst>
          </p:cNvPr>
          <p:cNvCxnSpPr/>
          <p:nvPr/>
        </p:nvCxnSpPr>
        <p:spPr>
          <a:xfrm flipV="1">
            <a:off x="8394931" y="3108425"/>
            <a:ext cx="1533767" cy="7718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4B2725CB-101A-4226-AFEA-6655293BE5AB}"/>
              </a:ext>
            </a:extLst>
          </p:cNvPr>
          <p:cNvCxnSpPr>
            <a:stCxn id="174" idx="0"/>
          </p:cNvCxnSpPr>
          <p:nvPr/>
        </p:nvCxnSpPr>
        <p:spPr>
          <a:xfrm>
            <a:off x="8146199" y="1627488"/>
            <a:ext cx="1795502" cy="1480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FC8AA448-FEC1-4802-868B-EA4ECE17451F}"/>
              </a:ext>
            </a:extLst>
          </p:cNvPr>
          <p:cNvCxnSpPr>
            <a:cxnSpLocks/>
          </p:cNvCxnSpPr>
          <p:nvPr/>
        </p:nvCxnSpPr>
        <p:spPr>
          <a:xfrm>
            <a:off x="7505226" y="1766369"/>
            <a:ext cx="2342879" cy="1347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EFC5B754-9945-4F90-AABC-19B30A852B69}"/>
              </a:ext>
            </a:extLst>
          </p:cNvPr>
          <p:cNvCxnSpPr>
            <a:cxnSpLocks/>
          </p:cNvCxnSpPr>
          <p:nvPr/>
        </p:nvCxnSpPr>
        <p:spPr>
          <a:xfrm>
            <a:off x="7171182" y="1702148"/>
            <a:ext cx="2699886" cy="1437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D6E2C30-3D03-4E96-B080-8025F8785D75}"/>
              </a:ext>
            </a:extLst>
          </p:cNvPr>
          <p:cNvCxnSpPr>
            <a:cxnSpLocks/>
          </p:cNvCxnSpPr>
          <p:nvPr/>
        </p:nvCxnSpPr>
        <p:spPr>
          <a:xfrm>
            <a:off x="6666588" y="1715274"/>
            <a:ext cx="3219971" cy="1386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089FE07B-4EB4-4228-A2F5-784ACF641828}"/>
              </a:ext>
            </a:extLst>
          </p:cNvPr>
          <p:cNvCxnSpPr>
            <a:cxnSpLocks/>
          </p:cNvCxnSpPr>
          <p:nvPr/>
        </p:nvCxnSpPr>
        <p:spPr>
          <a:xfrm>
            <a:off x="8037504" y="2609777"/>
            <a:ext cx="1835272" cy="531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0A2A3E5E-34EE-493F-8082-D88D351BC87D}"/>
              </a:ext>
            </a:extLst>
          </p:cNvPr>
          <p:cNvCxnSpPr>
            <a:cxnSpLocks/>
          </p:cNvCxnSpPr>
          <p:nvPr/>
        </p:nvCxnSpPr>
        <p:spPr>
          <a:xfrm flipV="1">
            <a:off x="8126314" y="3138675"/>
            <a:ext cx="1802384" cy="60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692D5A6E-20D8-4F58-97F3-7DBE3950A7C7}"/>
              </a:ext>
            </a:extLst>
          </p:cNvPr>
          <p:cNvCxnSpPr>
            <a:cxnSpLocks/>
          </p:cNvCxnSpPr>
          <p:nvPr/>
        </p:nvCxnSpPr>
        <p:spPr>
          <a:xfrm flipV="1">
            <a:off x="8278714" y="3291075"/>
            <a:ext cx="1802384" cy="60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F642024D-1499-43DC-994D-4DC6A52CCEB6}"/>
              </a:ext>
            </a:extLst>
          </p:cNvPr>
          <p:cNvCxnSpPr>
            <a:cxnSpLocks/>
          </p:cNvCxnSpPr>
          <p:nvPr/>
        </p:nvCxnSpPr>
        <p:spPr>
          <a:xfrm>
            <a:off x="3435318" y="1647047"/>
            <a:ext cx="6478139" cy="1469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2" name="TextBox 201">
            <a:extLst>
              <a:ext uri="{FF2B5EF4-FFF2-40B4-BE49-F238E27FC236}">
                <a16:creationId xmlns:a16="http://schemas.microsoft.com/office/drawing/2014/main" id="{28229A8E-5F5A-41D5-8451-4E9F5F7EFD72}"/>
              </a:ext>
            </a:extLst>
          </p:cNvPr>
          <p:cNvSpPr txBox="1"/>
          <p:nvPr/>
        </p:nvSpPr>
        <p:spPr>
          <a:xfrm>
            <a:off x="1493539" y="2269260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147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ACC91833-0C7F-4844-B0E1-69B3236B0E42}"/>
              </a:ext>
            </a:extLst>
          </p:cNvPr>
          <p:cNvSpPr txBox="1"/>
          <p:nvPr/>
        </p:nvSpPr>
        <p:spPr>
          <a:xfrm>
            <a:off x="1739346" y="1947242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148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0F056429-DB8A-4719-8848-0B37275D3D8D}"/>
              </a:ext>
            </a:extLst>
          </p:cNvPr>
          <p:cNvSpPr txBox="1"/>
          <p:nvPr/>
        </p:nvSpPr>
        <p:spPr>
          <a:xfrm>
            <a:off x="244923" y="4465933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2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20D0BEAE-B677-4989-83C1-948793F4FF60}"/>
              </a:ext>
            </a:extLst>
          </p:cNvPr>
          <p:cNvSpPr txBox="1"/>
          <p:nvPr/>
        </p:nvSpPr>
        <p:spPr>
          <a:xfrm>
            <a:off x="9944384" y="2566827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1</a:t>
            </a:r>
          </a:p>
        </p:txBody>
      </p:sp>
    </p:spTree>
    <p:extLst>
      <p:ext uri="{BB962C8B-B14F-4D97-AF65-F5344CB8AC3E}">
        <p14:creationId xmlns:p14="http://schemas.microsoft.com/office/powerpoint/2010/main" val="742698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8DB87-19A8-40B2-92CE-ECF31E251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0148" y="139838"/>
            <a:ext cx="4051852" cy="1325563"/>
          </a:xfrm>
        </p:spPr>
        <p:txBody>
          <a:bodyPr/>
          <a:lstStyle/>
          <a:p>
            <a:r>
              <a:rPr lang="en-NZ" dirty="0"/>
              <a:t>Level 5 31-10-19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8237F0E-846D-425A-AE76-373747CF85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1139687"/>
            <a:ext cx="11661913" cy="556191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57347E58-7163-42F6-97D8-847002B6B2F2}"/>
              </a:ext>
            </a:extLst>
          </p:cNvPr>
          <p:cNvSpPr/>
          <p:nvPr/>
        </p:nvSpPr>
        <p:spPr>
          <a:xfrm>
            <a:off x="8233308" y="517261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F635479-A638-4EF8-8B96-5A3188419911}"/>
              </a:ext>
            </a:extLst>
          </p:cNvPr>
          <p:cNvSpPr/>
          <p:nvPr/>
        </p:nvSpPr>
        <p:spPr>
          <a:xfrm>
            <a:off x="8233307" y="4787989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F58A1E0-3203-4B93-99E2-2DA26C9DB473}"/>
              </a:ext>
            </a:extLst>
          </p:cNvPr>
          <p:cNvSpPr/>
          <p:nvPr/>
        </p:nvSpPr>
        <p:spPr>
          <a:xfrm>
            <a:off x="8146809" y="604835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E8CAAD7-56FC-490C-8B6C-922CB2C497EF}"/>
              </a:ext>
            </a:extLst>
          </p:cNvPr>
          <p:cNvSpPr/>
          <p:nvPr/>
        </p:nvSpPr>
        <p:spPr>
          <a:xfrm>
            <a:off x="7734804" y="604835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FBB9AAD-7E7C-4CD7-9064-1B82D124F8B1}"/>
              </a:ext>
            </a:extLst>
          </p:cNvPr>
          <p:cNvSpPr/>
          <p:nvPr/>
        </p:nvSpPr>
        <p:spPr>
          <a:xfrm>
            <a:off x="7469761" y="604835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8D078F2-9581-45DA-8A9E-20E6282A56E0}"/>
              </a:ext>
            </a:extLst>
          </p:cNvPr>
          <p:cNvSpPr/>
          <p:nvPr/>
        </p:nvSpPr>
        <p:spPr>
          <a:xfrm>
            <a:off x="7210080" y="604835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A3D6929-0E2F-49C7-8F1B-AFAADE1D4B78}"/>
              </a:ext>
            </a:extLst>
          </p:cNvPr>
          <p:cNvSpPr/>
          <p:nvPr/>
        </p:nvSpPr>
        <p:spPr>
          <a:xfrm>
            <a:off x="6977960" y="604835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784F11B-7613-4E88-AA7A-2C2AA7382820}"/>
              </a:ext>
            </a:extLst>
          </p:cNvPr>
          <p:cNvSpPr/>
          <p:nvPr/>
        </p:nvSpPr>
        <p:spPr>
          <a:xfrm>
            <a:off x="6674148" y="6048353"/>
            <a:ext cx="172995" cy="169712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0E20673-9185-4B7E-AB59-804947C20F70}"/>
              </a:ext>
            </a:extLst>
          </p:cNvPr>
          <p:cNvSpPr/>
          <p:nvPr/>
        </p:nvSpPr>
        <p:spPr>
          <a:xfrm>
            <a:off x="6370336" y="604835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085624F-EB5C-44CA-B69D-604A53F05AAA}"/>
              </a:ext>
            </a:extLst>
          </p:cNvPr>
          <p:cNvSpPr/>
          <p:nvPr/>
        </p:nvSpPr>
        <p:spPr>
          <a:xfrm>
            <a:off x="6080560" y="604835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829FEB-8ADF-43A8-B44F-08C59AA9BAD0}"/>
              </a:ext>
            </a:extLst>
          </p:cNvPr>
          <p:cNvSpPr txBox="1"/>
          <p:nvPr/>
        </p:nvSpPr>
        <p:spPr>
          <a:xfrm>
            <a:off x="8370558" y="5072808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175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773CFA-EA2C-48C2-83E4-8FA68FFCF2A9}"/>
              </a:ext>
            </a:extLst>
          </p:cNvPr>
          <p:cNvSpPr txBox="1"/>
          <p:nvPr/>
        </p:nvSpPr>
        <p:spPr>
          <a:xfrm>
            <a:off x="8319804" y="4688179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176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23C120-E72A-4EF9-A3D9-17BCCAC4093C}"/>
              </a:ext>
            </a:extLst>
          </p:cNvPr>
          <p:cNvSpPr txBox="1"/>
          <p:nvPr/>
        </p:nvSpPr>
        <p:spPr>
          <a:xfrm>
            <a:off x="7980799" y="5752441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177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F44AC6-761C-42A2-8745-70CE5E94C8D4}"/>
              </a:ext>
            </a:extLst>
          </p:cNvPr>
          <p:cNvSpPr txBox="1"/>
          <p:nvPr/>
        </p:nvSpPr>
        <p:spPr>
          <a:xfrm>
            <a:off x="7584622" y="5763877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92B1BA-4A6B-431E-8E89-BD353F1DB846}"/>
              </a:ext>
            </a:extLst>
          </p:cNvPr>
          <p:cNvSpPr txBox="1"/>
          <p:nvPr/>
        </p:nvSpPr>
        <p:spPr>
          <a:xfrm>
            <a:off x="7217353" y="5763877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BE35C7-313E-458F-AEBD-C6CBF2CA910B}"/>
              </a:ext>
            </a:extLst>
          </p:cNvPr>
          <p:cNvSpPr txBox="1"/>
          <p:nvPr/>
        </p:nvSpPr>
        <p:spPr>
          <a:xfrm>
            <a:off x="7020548" y="6275165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180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AB451B-DD98-4958-B260-3D41E58F3F3D}"/>
              </a:ext>
            </a:extLst>
          </p:cNvPr>
          <p:cNvSpPr txBox="1"/>
          <p:nvPr/>
        </p:nvSpPr>
        <p:spPr>
          <a:xfrm>
            <a:off x="6791547" y="5792427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181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043DC4-7EC6-4C64-A04A-FF18A2DFD95B}"/>
              </a:ext>
            </a:extLst>
          </p:cNvPr>
          <p:cNvSpPr txBox="1"/>
          <p:nvPr/>
        </p:nvSpPr>
        <p:spPr>
          <a:xfrm>
            <a:off x="6478608" y="6275165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182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1C3951-0B44-4991-BD55-CA3F8C1636DF}"/>
              </a:ext>
            </a:extLst>
          </p:cNvPr>
          <p:cNvSpPr txBox="1"/>
          <p:nvPr/>
        </p:nvSpPr>
        <p:spPr>
          <a:xfrm>
            <a:off x="6187608" y="5752680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183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96ECFE-7B03-4478-B2BD-626322B122AF}"/>
              </a:ext>
            </a:extLst>
          </p:cNvPr>
          <p:cNvSpPr txBox="1"/>
          <p:nvPr/>
        </p:nvSpPr>
        <p:spPr>
          <a:xfrm>
            <a:off x="5892759" y="6275165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184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97BE2F8-D222-4C1E-A0F5-73AB967CB9D0}"/>
              </a:ext>
            </a:extLst>
          </p:cNvPr>
          <p:cNvCxnSpPr>
            <a:stCxn id="16" idx="1"/>
          </p:cNvCxnSpPr>
          <p:nvPr/>
        </p:nvCxnSpPr>
        <p:spPr>
          <a:xfrm flipV="1">
            <a:off x="8319804" y="3113681"/>
            <a:ext cx="2106896" cy="1759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BC56067-B1F3-4279-9B52-DD7ECE783A0A}"/>
              </a:ext>
            </a:extLst>
          </p:cNvPr>
          <p:cNvCxnSpPr>
            <a:cxnSpLocks/>
          </p:cNvCxnSpPr>
          <p:nvPr/>
        </p:nvCxnSpPr>
        <p:spPr>
          <a:xfrm flipV="1">
            <a:off x="8262836" y="3113681"/>
            <a:ext cx="2163864" cy="2179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3F0FFB6-B791-463B-9906-D5A7AEF813BA}"/>
              </a:ext>
            </a:extLst>
          </p:cNvPr>
          <p:cNvCxnSpPr>
            <a:cxnSpLocks/>
          </p:cNvCxnSpPr>
          <p:nvPr/>
        </p:nvCxnSpPr>
        <p:spPr>
          <a:xfrm flipH="1" flipV="1">
            <a:off x="989022" y="4514967"/>
            <a:ext cx="7300936" cy="1584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F42845C-0BC9-44F1-B0B7-43980555DABD}"/>
              </a:ext>
            </a:extLst>
          </p:cNvPr>
          <p:cNvCxnSpPr>
            <a:cxnSpLocks/>
          </p:cNvCxnSpPr>
          <p:nvPr/>
        </p:nvCxnSpPr>
        <p:spPr>
          <a:xfrm flipV="1">
            <a:off x="7834581" y="3213100"/>
            <a:ext cx="2592119" cy="2933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41B19A6-41BE-41D4-B7D3-3811E4D1B526}"/>
              </a:ext>
            </a:extLst>
          </p:cNvPr>
          <p:cNvCxnSpPr>
            <a:stCxn id="12" idx="0"/>
          </p:cNvCxnSpPr>
          <p:nvPr/>
        </p:nvCxnSpPr>
        <p:spPr>
          <a:xfrm flipH="1" flipV="1">
            <a:off x="4488509" y="5679021"/>
            <a:ext cx="2272137" cy="369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03C3601-35EB-4999-828F-4D60BBDBDE42}"/>
              </a:ext>
            </a:extLst>
          </p:cNvPr>
          <p:cNvCxnSpPr/>
          <p:nvPr/>
        </p:nvCxnSpPr>
        <p:spPr>
          <a:xfrm flipV="1">
            <a:off x="4537406" y="3113681"/>
            <a:ext cx="5889294" cy="2542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83EC382-67A2-4B47-A613-2F5F99C7EF51}"/>
              </a:ext>
            </a:extLst>
          </p:cNvPr>
          <p:cNvCxnSpPr>
            <a:cxnSpLocks/>
          </p:cNvCxnSpPr>
          <p:nvPr/>
        </p:nvCxnSpPr>
        <p:spPr>
          <a:xfrm flipV="1">
            <a:off x="7584622" y="3213100"/>
            <a:ext cx="2810905" cy="2835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BAA5B3C-BA77-4792-A7D5-6E9DFC4753DA}"/>
              </a:ext>
            </a:extLst>
          </p:cNvPr>
          <p:cNvCxnSpPr>
            <a:cxnSpLocks/>
          </p:cNvCxnSpPr>
          <p:nvPr/>
        </p:nvCxnSpPr>
        <p:spPr>
          <a:xfrm flipV="1">
            <a:off x="7323855" y="3213099"/>
            <a:ext cx="3078982" cy="2886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960D3F9-EC0E-4330-9B05-962ABF270224}"/>
              </a:ext>
            </a:extLst>
          </p:cNvPr>
          <p:cNvCxnSpPr>
            <a:cxnSpLocks/>
          </p:cNvCxnSpPr>
          <p:nvPr/>
        </p:nvCxnSpPr>
        <p:spPr>
          <a:xfrm flipV="1">
            <a:off x="7083739" y="3213098"/>
            <a:ext cx="3341316" cy="2936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17E25DC-6D42-4763-BD1C-4DABF8DB96CE}"/>
              </a:ext>
            </a:extLst>
          </p:cNvPr>
          <p:cNvCxnSpPr>
            <a:cxnSpLocks/>
          </p:cNvCxnSpPr>
          <p:nvPr/>
        </p:nvCxnSpPr>
        <p:spPr>
          <a:xfrm flipV="1">
            <a:off x="6497339" y="3210735"/>
            <a:ext cx="3898188" cy="2947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FFBE9CB-E415-4F63-ACD9-62CC9850E552}"/>
              </a:ext>
            </a:extLst>
          </p:cNvPr>
          <p:cNvCxnSpPr>
            <a:cxnSpLocks/>
          </p:cNvCxnSpPr>
          <p:nvPr/>
        </p:nvCxnSpPr>
        <p:spPr>
          <a:xfrm flipV="1">
            <a:off x="6167057" y="3210734"/>
            <a:ext cx="4265308" cy="2911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20AD69DE-1BFD-47A6-9023-1F583771C3F9}"/>
              </a:ext>
            </a:extLst>
          </p:cNvPr>
          <p:cNvSpPr/>
          <p:nvPr/>
        </p:nvSpPr>
        <p:spPr>
          <a:xfrm>
            <a:off x="10222532" y="1984508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0456DDE-8608-41C4-8760-D66274EF4366}"/>
              </a:ext>
            </a:extLst>
          </p:cNvPr>
          <p:cNvSpPr/>
          <p:nvPr/>
        </p:nvSpPr>
        <p:spPr>
          <a:xfrm>
            <a:off x="9126638" y="2204685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A2D0242-39C2-4207-8181-F1BD5E276441}"/>
              </a:ext>
            </a:extLst>
          </p:cNvPr>
          <p:cNvSpPr/>
          <p:nvPr/>
        </p:nvSpPr>
        <p:spPr>
          <a:xfrm>
            <a:off x="9286754" y="1555242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D889026-756A-426A-92E9-8D32D109B63D}"/>
              </a:ext>
            </a:extLst>
          </p:cNvPr>
          <p:cNvSpPr/>
          <p:nvPr/>
        </p:nvSpPr>
        <p:spPr>
          <a:xfrm>
            <a:off x="9048508" y="156852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58C1D19-B123-46EB-85EC-DF52903B02E5}"/>
              </a:ext>
            </a:extLst>
          </p:cNvPr>
          <p:cNvSpPr/>
          <p:nvPr/>
        </p:nvSpPr>
        <p:spPr>
          <a:xfrm>
            <a:off x="8584635" y="1555242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258A770B-9939-4C6B-AE73-813C975BB837}"/>
              </a:ext>
            </a:extLst>
          </p:cNvPr>
          <p:cNvSpPr/>
          <p:nvPr/>
        </p:nvSpPr>
        <p:spPr>
          <a:xfrm>
            <a:off x="8197563" y="156852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CF88F76-42EA-492A-BEF7-692D83C9982A}"/>
              </a:ext>
            </a:extLst>
          </p:cNvPr>
          <p:cNvSpPr txBox="1"/>
          <p:nvPr/>
        </p:nvSpPr>
        <p:spPr>
          <a:xfrm>
            <a:off x="9748304" y="1860222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185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62EA93F-D0C4-4B79-BE63-82D52EB56313}"/>
              </a:ext>
            </a:extLst>
          </p:cNvPr>
          <p:cNvSpPr txBox="1"/>
          <p:nvPr/>
        </p:nvSpPr>
        <p:spPr>
          <a:xfrm>
            <a:off x="8934632" y="2264619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186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5BBC94A-2FFF-46E0-BB35-B4C02213D55D}"/>
              </a:ext>
            </a:extLst>
          </p:cNvPr>
          <p:cNvSpPr txBox="1"/>
          <p:nvPr/>
        </p:nvSpPr>
        <p:spPr>
          <a:xfrm>
            <a:off x="9139307" y="1617337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187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BF78E1-D664-4B61-A849-68EA1DF377D1}"/>
              </a:ext>
            </a:extLst>
          </p:cNvPr>
          <p:cNvSpPr txBox="1"/>
          <p:nvPr/>
        </p:nvSpPr>
        <p:spPr>
          <a:xfrm>
            <a:off x="8770692" y="1642607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188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341DA96-E48E-44EE-B445-27EC53333D2A}"/>
              </a:ext>
            </a:extLst>
          </p:cNvPr>
          <p:cNvSpPr txBox="1"/>
          <p:nvPr/>
        </p:nvSpPr>
        <p:spPr>
          <a:xfrm>
            <a:off x="8363672" y="1604336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5DE7CD0-CA39-4C0F-967B-6B8705E38B2B}"/>
              </a:ext>
            </a:extLst>
          </p:cNvPr>
          <p:cNvSpPr txBox="1"/>
          <p:nvPr/>
        </p:nvSpPr>
        <p:spPr>
          <a:xfrm>
            <a:off x="7958567" y="1615384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190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898B73F-7A85-4B13-8EA1-59EF101AB858}"/>
              </a:ext>
            </a:extLst>
          </p:cNvPr>
          <p:cNvCxnSpPr>
            <a:cxnSpLocks/>
            <a:stCxn id="51" idx="4"/>
          </p:cNvCxnSpPr>
          <p:nvPr/>
        </p:nvCxnSpPr>
        <p:spPr>
          <a:xfrm>
            <a:off x="10309030" y="2154220"/>
            <a:ext cx="56502" cy="1071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92BDBF6-EE83-4715-A0BB-C4F657BF04F4}"/>
              </a:ext>
            </a:extLst>
          </p:cNvPr>
          <p:cNvCxnSpPr>
            <a:cxnSpLocks/>
          </p:cNvCxnSpPr>
          <p:nvPr/>
        </p:nvCxnSpPr>
        <p:spPr>
          <a:xfrm>
            <a:off x="9193252" y="2330919"/>
            <a:ext cx="1344892" cy="927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AEA987F-C7A5-421F-9B90-B53388089F2F}"/>
              </a:ext>
            </a:extLst>
          </p:cNvPr>
          <p:cNvCxnSpPr>
            <a:cxnSpLocks/>
          </p:cNvCxnSpPr>
          <p:nvPr/>
        </p:nvCxnSpPr>
        <p:spPr>
          <a:xfrm>
            <a:off x="9421344" y="1643757"/>
            <a:ext cx="944188" cy="1563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F75F939-8AB3-4F54-8ED9-611027005C9B}"/>
              </a:ext>
            </a:extLst>
          </p:cNvPr>
          <p:cNvCxnSpPr>
            <a:cxnSpLocks/>
          </p:cNvCxnSpPr>
          <p:nvPr/>
        </p:nvCxnSpPr>
        <p:spPr>
          <a:xfrm>
            <a:off x="9131994" y="1695004"/>
            <a:ext cx="1246998" cy="1512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3550AB6-2050-4583-A132-83A17E8109F1}"/>
              </a:ext>
            </a:extLst>
          </p:cNvPr>
          <p:cNvCxnSpPr>
            <a:cxnSpLocks/>
          </p:cNvCxnSpPr>
          <p:nvPr/>
        </p:nvCxnSpPr>
        <p:spPr>
          <a:xfrm>
            <a:off x="8699997" y="1695004"/>
            <a:ext cx="1678995" cy="15157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BFE4EDA-AF76-4AA3-BAED-D4320A91208D}"/>
              </a:ext>
            </a:extLst>
          </p:cNvPr>
          <p:cNvCxnSpPr>
            <a:cxnSpLocks/>
          </p:cNvCxnSpPr>
          <p:nvPr/>
        </p:nvCxnSpPr>
        <p:spPr>
          <a:xfrm>
            <a:off x="8239985" y="1743918"/>
            <a:ext cx="2117316" cy="15132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3F375938-F833-4D31-9B93-885EC87CB4D6}"/>
              </a:ext>
            </a:extLst>
          </p:cNvPr>
          <p:cNvSpPr/>
          <p:nvPr/>
        </p:nvSpPr>
        <p:spPr>
          <a:xfrm>
            <a:off x="2095707" y="495770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B5F2FB7-F775-4E2D-B386-6F51CB29624F}"/>
              </a:ext>
            </a:extLst>
          </p:cNvPr>
          <p:cNvSpPr/>
          <p:nvPr/>
        </p:nvSpPr>
        <p:spPr>
          <a:xfrm>
            <a:off x="1059903" y="604835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C841E7D6-2E85-42E3-BECD-8EBC97D7D961}"/>
              </a:ext>
            </a:extLst>
          </p:cNvPr>
          <p:cNvSpPr/>
          <p:nvPr/>
        </p:nvSpPr>
        <p:spPr>
          <a:xfrm>
            <a:off x="1593950" y="604835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1BCF6341-7375-48F7-AE77-9436FAEE40A5}"/>
              </a:ext>
            </a:extLst>
          </p:cNvPr>
          <p:cNvSpPr/>
          <p:nvPr/>
        </p:nvSpPr>
        <p:spPr>
          <a:xfrm>
            <a:off x="3488812" y="604835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8ACF2B49-9CCF-4E9C-AC5F-5FE885A295A6}"/>
              </a:ext>
            </a:extLst>
          </p:cNvPr>
          <p:cNvSpPr/>
          <p:nvPr/>
        </p:nvSpPr>
        <p:spPr>
          <a:xfrm>
            <a:off x="3129512" y="604835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62FFFFA1-71E5-43CC-9214-C091D2D3969F}"/>
              </a:ext>
            </a:extLst>
          </p:cNvPr>
          <p:cNvSpPr/>
          <p:nvPr/>
        </p:nvSpPr>
        <p:spPr>
          <a:xfrm>
            <a:off x="3768309" y="604835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07F84CE7-0CD7-4DA4-B5F6-DD292EC63EE0}"/>
              </a:ext>
            </a:extLst>
          </p:cNvPr>
          <p:cNvSpPr/>
          <p:nvPr/>
        </p:nvSpPr>
        <p:spPr>
          <a:xfrm>
            <a:off x="4098590" y="604835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1DB13788-5E9B-402D-956B-9F5999F257D3}"/>
              </a:ext>
            </a:extLst>
          </p:cNvPr>
          <p:cNvSpPr/>
          <p:nvPr/>
        </p:nvSpPr>
        <p:spPr>
          <a:xfrm>
            <a:off x="4416181" y="604835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7ECDA78D-D101-4484-A785-405353360ADC}"/>
              </a:ext>
            </a:extLst>
          </p:cNvPr>
          <p:cNvSpPr/>
          <p:nvPr/>
        </p:nvSpPr>
        <p:spPr>
          <a:xfrm>
            <a:off x="4757306" y="604835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C42D5460-629D-4FEF-9A39-2D96CB4BE5B7}"/>
              </a:ext>
            </a:extLst>
          </p:cNvPr>
          <p:cNvSpPr/>
          <p:nvPr/>
        </p:nvSpPr>
        <p:spPr>
          <a:xfrm>
            <a:off x="4985315" y="6062173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156B0C2-443B-44D4-B56A-79637E3F8A9E}"/>
              </a:ext>
            </a:extLst>
          </p:cNvPr>
          <p:cNvSpPr txBox="1"/>
          <p:nvPr/>
        </p:nvSpPr>
        <p:spPr>
          <a:xfrm>
            <a:off x="1900167" y="5030491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191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75F46E7-53E8-4A4B-AF86-21BD7604831E}"/>
              </a:ext>
            </a:extLst>
          </p:cNvPr>
          <p:cNvSpPr txBox="1"/>
          <p:nvPr/>
        </p:nvSpPr>
        <p:spPr>
          <a:xfrm>
            <a:off x="897255" y="5741394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192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A7062B0-558C-4F29-B0FB-D6502ABA8495}"/>
              </a:ext>
            </a:extLst>
          </p:cNvPr>
          <p:cNvSpPr txBox="1"/>
          <p:nvPr/>
        </p:nvSpPr>
        <p:spPr>
          <a:xfrm>
            <a:off x="1444167" y="5779062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193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7421230-3728-4FEF-8553-445D349ECCAA}"/>
              </a:ext>
            </a:extLst>
          </p:cNvPr>
          <p:cNvSpPr txBox="1"/>
          <p:nvPr/>
        </p:nvSpPr>
        <p:spPr>
          <a:xfrm>
            <a:off x="2917204" y="5752441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194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63A2342-A36D-4FB1-83D6-CF0EDD6708DD}"/>
              </a:ext>
            </a:extLst>
          </p:cNvPr>
          <p:cNvSpPr txBox="1"/>
          <p:nvPr/>
        </p:nvSpPr>
        <p:spPr>
          <a:xfrm>
            <a:off x="3323649" y="5779062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195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527985D-CB13-46B4-A58A-9F1FD5D4CEE0}"/>
              </a:ext>
            </a:extLst>
          </p:cNvPr>
          <p:cNvSpPr txBox="1"/>
          <p:nvPr/>
        </p:nvSpPr>
        <p:spPr>
          <a:xfrm>
            <a:off x="3575309" y="6302690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196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1BA95A8-01D8-4309-8411-D85C7B9B3891}"/>
              </a:ext>
            </a:extLst>
          </p:cNvPr>
          <p:cNvSpPr txBox="1"/>
          <p:nvPr/>
        </p:nvSpPr>
        <p:spPr>
          <a:xfrm>
            <a:off x="3933503" y="5768068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197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023ECD1-1ECE-43D0-A283-EDBE26910B50}"/>
              </a:ext>
            </a:extLst>
          </p:cNvPr>
          <p:cNvSpPr txBox="1"/>
          <p:nvPr/>
        </p:nvSpPr>
        <p:spPr>
          <a:xfrm>
            <a:off x="4271585" y="6302690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198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CC84017-B6B8-4240-A2C2-EB78ED03BC12}"/>
              </a:ext>
            </a:extLst>
          </p:cNvPr>
          <p:cNvSpPr txBox="1"/>
          <p:nvPr/>
        </p:nvSpPr>
        <p:spPr>
          <a:xfrm>
            <a:off x="4576793" y="5769709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199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274AA50-A8C7-4E5E-92A6-284AA06C1EB2}"/>
              </a:ext>
            </a:extLst>
          </p:cNvPr>
          <p:cNvSpPr txBox="1"/>
          <p:nvPr/>
        </p:nvSpPr>
        <p:spPr>
          <a:xfrm>
            <a:off x="4800135" y="6275165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200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DEFE0D1B-89C6-4087-82DC-085C5BAAC84F}"/>
              </a:ext>
            </a:extLst>
          </p:cNvPr>
          <p:cNvCxnSpPr>
            <a:stCxn id="87" idx="0"/>
          </p:cNvCxnSpPr>
          <p:nvPr/>
        </p:nvCxnSpPr>
        <p:spPr>
          <a:xfrm flipH="1" flipV="1">
            <a:off x="1059903" y="4630727"/>
            <a:ext cx="1122301" cy="399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023FA918-EB56-4F9C-A24E-5F52CDE9C482}"/>
              </a:ext>
            </a:extLst>
          </p:cNvPr>
          <p:cNvCxnSpPr>
            <a:cxnSpLocks/>
          </p:cNvCxnSpPr>
          <p:nvPr/>
        </p:nvCxnSpPr>
        <p:spPr>
          <a:xfrm flipH="1" flipV="1">
            <a:off x="1074073" y="4593059"/>
            <a:ext cx="574381" cy="15553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21FA16AB-CF53-4840-A819-166D14D2DA16}"/>
              </a:ext>
            </a:extLst>
          </p:cNvPr>
          <p:cNvCxnSpPr>
            <a:cxnSpLocks/>
          </p:cNvCxnSpPr>
          <p:nvPr/>
        </p:nvCxnSpPr>
        <p:spPr>
          <a:xfrm flipH="1" flipV="1">
            <a:off x="1042460" y="4656388"/>
            <a:ext cx="110222" cy="14543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11158025-1946-4CCC-B4E8-15896546599F}"/>
              </a:ext>
            </a:extLst>
          </p:cNvPr>
          <p:cNvCxnSpPr>
            <a:cxnSpLocks/>
          </p:cNvCxnSpPr>
          <p:nvPr/>
        </p:nvCxnSpPr>
        <p:spPr>
          <a:xfrm flipV="1">
            <a:off x="4176190" y="3225432"/>
            <a:ext cx="6115643" cy="2898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7E09F8D8-CACC-40FA-A342-58525A833396}"/>
              </a:ext>
            </a:extLst>
          </p:cNvPr>
          <p:cNvCxnSpPr>
            <a:cxnSpLocks/>
          </p:cNvCxnSpPr>
          <p:nvPr/>
        </p:nvCxnSpPr>
        <p:spPr>
          <a:xfrm flipV="1">
            <a:off x="4481926" y="3264377"/>
            <a:ext cx="5943129" cy="2885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4C101D7A-375B-4A3B-95C5-56BF58ED7512}"/>
              </a:ext>
            </a:extLst>
          </p:cNvPr>
          <p:cNvCxnSpPr>
            <a:cxnSpLocks/>
          </p:cNvCxnSpPr>
          <p:nvPr/>
        </p:nvCxnSpPr>
        <p:spPr>
          <a:xfrm flipH="1" flipV="1">
            <a:off x="1078334" y="4593059"/>
            <a:ext cx="2106855" cy="1517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B591D88C-82F0-4702-85EF-18899FC49784}"/>
              </a:ext>
            </a:extLst>
          </p:cNvPr>
          <p:cNvCxnSpPr>
            <a:cxnSpLocks/>
          </p:cNvCxnSpPr>
          <p:nvPr/>
        </p:nvCxnSpPr>
        <p:spPr>
          <a:xfrm flipH="1" flipV="1">
            <a:off x="1094050" y="4608275"/>
            <a:ext cx="2357871" cy="1475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664D188E-8398-432A-9063-AC2189125FEF}"/>
              </a:ext>
            </a:extLst>
          </p:cNvPr>
          <p:cNvCxnSpPr>
            <a:cxnSpLocks/>
          </p:cNvCxnSpPr>
          <p:nvPr/>
        </p:nvCxnSpPr>
        <p:spPr>
          <a:xfrm flipH="1" flipV="1">
            <a:off x="1054185" y="4630727"/>
            <a:ext cx="2754280" cy="1505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5D18B4B1-DF7E-47CC-9A6B-03587CDEFA9E}"/>
              </a:ext>
            </a:extLst>
          </p:cNvPr>
          <p:cNvCxnSpPr>
            <a:cxnSpLocks/>
          </p:cNvCxnSpPr>
          <p:nvPr/>
        </p:nvCxnSpPr>
        <p:spPr>
          <a:xfrm flipH="1" flipV="1">
            <a:off x="1040815" y="4583887"/>
            <a:ext cx="3732123" cy="1539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D55E1D25-804E-43E2-ACC3-4DE1EC733F0D}"/>
              </a:ext>
            </a:extLst>
          </p:cNvPr>
          <p:cNvCxnSpPr>
            <a:cxnSpLocks/>
          </p:cNvCxnSpPr>
          <p:nvPr/>
        </p:nvCxnSpPr>
        <p:spPr>
          <a:xfrm flipH="1" flipV="1">
            <a:off x="1014320" y="4563484"/>
            <a:ext cx="4063927" cy="1585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7" name="Oval 116">
            <a:extLst>
              <a:ext uri="{FF2B5EF4-FFF2-40B4-BE49-F238E27FC236}">
                <a16:creationId xmlns:a16="http://schemas.microsoft.com/office/drawing/2014/main" id="{61CC9C7D-983A-4A33-84A9-98192CB8178D}"/>
              </a:ext>
            </a:extLst>
          </p:cNvPr>
          <p:cNvSpPr/>
          <p:nvPr/>
        </p:nvSpPr>
        <p:spPr>
          <a:xfrm>
            <a:off x="1895703" y="252471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AE463DA3-5640-4DE8-BA7A-24083FD9FB45}"/>
              </a:ext>
            </a:extLst>
          </p:cNvPr>
          <p:cNvSpPr/>
          <p:nvPr/>
        </p:nvSpPr>
        <p:spPr>
          <a:xfrm>
            <a:off x="1561956" y="2330836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DDEC3ADB-229F-4A42-A4BE-47698273D43A}"/>
              </a:ext>
            </a:extLst>
          </p:cNvPr>
          <p:cNvSpPr/>
          <p:nvPr/>
        </p:nvSpPr>
        <p:spPr>
          <a:xfrm>
            <a:off x="2297407" y="2520114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53D3A0AB-6D5B-4B03-B8D5-071416EA3C90}"/>
              </a:ext>
            </a:extLst>
          </p:cNvPr>
          <p:cNvSpPr/>
          <p:nvPr/>
        </p:nvSpPr>
        <p:spPr>
          <a:xfrm>
            <a:off x="2297406" y="2329582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78E9425E-A12D-4D13-B3C6-DA6CAC57A013}"/>
              </a:ext>
            </a:extLst>
          </p:cNvPr>
          <p:cNvSpPr/>
          <p:nvPr/>
        </p:nvSpPr>
        <p:spPr>
          <a:xfrm>
            <a:off x="2561259" y="2329582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8116A756-C695-4505-9A64-5A6D6553604F}"/>
              </a:ext>
            </a:extLst>
          </p:cNvPr>
          <p:cNvSpPr/>
          <p:nvPr/>
        </p:nvSpPr>
        <p:spPr>
          <a:xfrm>
            <a:off x="1282212" y="159539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A39A44C6-12A3-430D-8B00-0F1F2ACEC980}"/>
              </a:ext>
            </a:extLst>
          </p:cNvPr>
          <p:cNvSpPr/>
          <p:nvPr/>
        </p:nvSpPr>
        <p:spPr>
          <a:xfrm>
            <a:off x="2174009" y="1552986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21D81F1E-225F-4B9C-89D8-145F7F02CB6E}"/>
              </a:ext>
            </a:extLst>
          </p:cNvPr>
          <p:cNvSpPr/>
          <p:nvPr/>
        </p:nvSpPr>
        <p:spPr>
          <a:xfrm>
            <a:off x="2908696" y="156852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A0A11DD2-5FDD-4D2C-BEAD-89D399FCCE16}"/>
              </a:ext>
            </a:extLst>
          </p:cNvPr>
          <p:cNvSpPr/>
          <p:nvPr/>
        </p:nvSpPr>
        <p:spPr>
          <a:xfrm>
            <a:off x="3627498" y="1568521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30B83D1E-A0F4-40F5-887D-0E68A9D3D067}"/>
              </a:ext>
            </a:extLst>
          </p:cNvPr>
          <p:cNvSpPr/>
          <p:nvPr/>
        </p:nvSpPr>
        <p:spPr>
          <a:xfrm>
            <a:off x="4930301" y="1555242"/>
            <a:ext cx="172995" cy="1697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B8F2B74-728A-4583-85A8-0F90B4FB73C6}"/>
              </a:ext>
            </a:extLst>
          </p:cNvPr>
          <p:cNvSpPr txBox="1"/>
          <p:nvPr/>
        </p:nvSpPr>
        <p:spPr>
          <a:xfrm>
            <a:off x="1735949" y="2527911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201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275F3B7-3751-46F2-BC34-38145BD98486}"/>
              </a:ext>
            </a:extLst>
          </p:cNvPr>
          <p:cNvSpPr txBox="1"/>
          <p:nvPr/>
        </p:nvSpPr>
        <p:spPr>
          <a:xfrm>
            <a:off x="1328170" y="2098368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202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8251700-3078-4DC3-A705-A04910180C4A}"/>
              </a:ext>
            </a:extLst>
          </p:cNvPr>
          <p:cNvSpPr txBox="1"/>
          <p:nvPr/>
        </p:nvSpPr>
        <p:spPr>
          <a:xfrm>
            <a:off x="2141353" y="2540562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203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38674D1D-C63F-44D5-A0E4-84BB60D4C081}"/>
              </a:ext>
            </a:extLst>
          </p:cNvPr>
          <p:cNvSpPr txBox="1"/>
          <p:nvPr/>
        </p:nvSpPr>
        <p:spPr>
          <a:xfrm>
            <a:off x="2101866" y="2081501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204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5F9F094-25E2-4DFA-87DF-9C5A9E4F8D71}"/>
              </a:ext>
            </a:extLst>
          </p:cNvPr>
          <p:cNvSpPr txBox="1"/>
          <p:nvPr/>
        </p:nvSpPr>
        <p:spPr>
          <a:xfrm>
            <a:off x="2624157" y="2235638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205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630D5AC-8057-4764-BFA7-D9D35E81C2C1}"/>
              </a:ext>
            </a:extLst>
          </p:cNvPr>
          <p:cNvSpPr txBox="1"/>
          <p:nvPr/>
        </p:nvSpPr>
        <p:spPr>
          <a:xfrm>
            <a:off x="1086672" y="1663219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206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C5A9E516-82F2-4BFF-AE32-D5DFC2634DEF}"/>
              </a:ext>
            </a:extLst>
          </p:cNvPr>
          <p:cNvSpPr txBox="1"/>
          <p:nvPr/>
        </p:nvSpPr>
        <p:spPr>
          <a:xfrm>
            <a:off x="2015369" y="1638298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207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320C7662-0514-4BFF-A28D-71966C97AD67}"/>
              </a:ext>
            </a:extLst>
          </p:cNvPr>
          <p:cNvSpPr txBox="1"/>
          <p:nvPr/>
        </p:nvSpPr>
        <p:spPr>
          <a:xfrm>
            <a:off x="2742447" y="1625120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208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8E68122-9ADC-40D2-BD89-D8EC12F3EE16}"/>
              </a:ext>
            </a:extLst>
          </p:cNvPr>
          <p:cNvSpPr txBox="1"/>
          <p:nvPr/>
        </p:nvSpPr>
        <p:spPr>
          <a:xfrm>
            <a:off x="3436656" y="1675556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209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50F4F1EA-9C34-4289-862A-00B5283CF62F}"/>
              </a:ext>
            </a:extLst>
          </p:cNvPr>
          <p:cNvSpPr txBox="1"/>
          <p:nvPr/>
        </p:nvSpPr>
        <p:spPr>
          <a:xfrm>
            <a:off x="4734761" y="1676577"/>
            <a:ext cx="564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210</a:t>
            </a:r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0B71E264-4B8E-41E9-9352-CAA0F6A731FB}"/>
              </a:ext>
            </a:extLst>
          </p:cNvPr>
          <p:cNvCxnSpPr>
            <a:cxnSpLocks/>
          </p:cNvCxnSpPr>
          <p:nvPr/>
        </p:nvCxnSpPr>
        <p:spPr>
          <a:xfrm>
            <a:off x="5013424" y="1655293"/>
            <a:ext cx="5442627" cy="1651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F614437A-5E8D-4F40-AF2F-B44E082D9FB7}"/>
              </a:ext>
            </a:extLst>
          </p:cNvPr>
          <p:cNvCxnSpPr>
            <a:cxnSpLocks/>
          </p:cNvCxnSpPr>
          <p:nvPr/>
        </p:nvCxnSpPr>
        <p:spPr>
          <a:xfrm>
            <a:off x="3045877" y="1680247"/>
            <a:ext cx="7275484" cy="1542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3AA8429B-799B-48D8-A55B-84E7E53F3236}"/>
              </a:ext>
            </a:extLst>
          </p:cNvPr>
          <p:cNvCxnSpPr>
            <a:stCxn id="125" idx="6"/>
          </p:cNvCxnSpPr>
          <p:nvPr/>
        </p:nvCxnSpPr>
        <p:spPr>
          <a:xfrm flipH="1">
            <a:off x="989022" y="1653377"/>
            <a:ext cx="2811471" cy="2864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698E6568-540F-4292-A504-2837FB8BCF0C}"/>
              </a:ext>
            </a:extLst>
          </p:cNvPr>
          <p:cNvCxnSpPr>
            <a:cxnSpLocks/>
          </p:cNvCxnSpPr>
          <p:nvPr/>
        </p:nvCxnSpPr>
        <p:spPr>
          <a:xfrm flipH="1">
            <a:off x="1056843" y="1615062"/>
            <a:ext cx="1194501" cy="2954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D12D3D40-C7AB-4424-9738-B5310D6FC247}"/>
              </a:ext>
            </a:extLst>
          </p:cNvPr>
          <p:cNvCxnSpPr>
            <a:cxnSpLocks/>
          </p:cNvCxnSpPr>
          <p:nvPr/>
        </p:nvCxnSpPr>
        <p:spPr>
          <a:xfrm flipH="1">
            <a:off x="1056067" y="1717442"/>
            <a:ext cx="344839" cy="2894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EA6C8A54-4139-42D2-9D63-13234241FAB3}"/>
              </a:ext>
            </a:extLst>
          </p:cNvPr>
          <p:cNvCxnSpPr>
            <a:cxnSpLocks/>
          </p:cNvCxnSpPr>
          <p:nvPr/>
        </p:nvCxnSpPr>
        <p:spPr>
          <a:xfrm flipH="1">
            <a:off x="1119423" y="2452810"/>
            <a:ext cx="499677" cy="2071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1E058178-9CA1-44B7-B373-1091EF48985D}"/>
              </a:ext>
            </a:extLst>
          </p:cNvPr>
          <p:cNvCxnSpPr>
            <a:cxnSpLocks/>
          </p:cNvCxnSpPr>
          <p:nvPr/>
        </p:nvCxnSpPr>
        <p:spPr>
          <a:xfrm flipH="1">
            <a:off x="1132770" y="2631681"/>
            <a:ext cx="866677" cy="1969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669AA62A-4A62-465E-B88D-EDBEB232C965}"/>
              </a:ext>
            </a:extLst>
          </p:cNvPr>
          <p:cNvCxnSpPr>
            <a:cxnSpLocks/>
          </p:cNvCxnSpPr>
          <p:nvPr/>
        </p:nvCxnSpPr>
        <p:spPr>
          <a:xfrm flipH="1">
            <a:off x="1115573" y="2465141"/>
            <a:ext cx="1545667" cy="2097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7ED34F06-B652-4E4E-A8CB-99A600700CDE}"/>
              </a:ext>
            </a:extLst>
          </p:cNvPr>
          <p:cNvCxnSpPr>
            <a:cxnSpLocks/>
          </p:cNvCxnSpPr>
          <p:nvPr/>
        </p:nvCxnSpPr>
        <p:spPr>
          <a:xfrm flipH="1">
            <a:off x="987377" y="2451702"/>
            <a:ext cx="1434551" cy="2093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97CC9038-71E2-4984-B2CD-91A451781D07}"/>
              </a:ext>
            </a:extLst>
          </p:cNvPr>
          <p:cNvCxnSpPr>
            <a:cxnSpLocks/>
          </p:cNvCxnSpPr>
          <p:nvPr/>
        </p:nvCxnSpPr>
        <p:spPr>
          <a:xfrm flipH="1">
            <a:off x="1067037" y="2603340"/>
            <a:ext cx="1354892" cy="1969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206ADE0A-70C1-4503-A8E7-CFFEB19F6C5C}"/>
              </a:ext>
            </a:extLst>
          </p:cNvPr>
          <p:cNvSpPr txBox="1"/>
          <p:nvPr/>
        </p:nvSpPr>
        <p:spPr>
          <a:xfrm>
            <a:off x="79505" y="4677358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2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03EE8FA-D731-4362-B48F-E7A55727C4B1}"/>
              </a:ext>
            </a:extLst>
          </p:cNvPr>
          <p:cNvSpPr txBox="1"/>
          <p:nvPr/>
        </p:nvSpPr>
        <p:spPr>
          <a:xfrm>
            <a:off x="10507969" y="2661850"/>
            <a:ext cx="916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>
                <a:solidFill>
                  <a:srgbClr val="FF0000"/>
                </a:solidFill>
              </a:rPr>
              <a:t>EXIT 1</a:t>
            </a:r>
          </a:p>
        </p:txBody>
      </p:sp>
    </p:spTree>
    <p:extLst>
      <p:ext uri="{BB962C8B-B14F-4D97-AF65-F5344CB8AC3E}">
        <p14:creationId xmlns:p14="http://schemas.microsoft.com/office/powerpoint/2010/main" val="708009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11913</TotalTime>
  <Words>697</Words>
  <Application>Microsoft Office PowerPoint</Application>
  <PresentationFormat>Widescreen</PresentationFormat>
  <Paragraphs>581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Level 1 020319</vt:lpstr>
      <vt:lpstr>PowerPoint Presentation</vt:lpstr>
      <vt:lpstr>Level 1 06-03-19</vt:lpstr>
      <vt:lpstr>Level 2  06-03-19</vt:lpstr>
      <vt:lpstr>Level 3 06-03-19</vt:lpstr>
      <vt:lpstr>Level 4 06-03-19</vt:lpstr>
      <vt:lpstr>Level 5 06-03-19</vt:lpstr>
      <vt:lpstr>Level 1 11-09-19</vt:lpstr>
      <vt:lpstr>Level 2 11-09-19</vt:lpstr>
      <vt:lpstr>Level 3 11-09-19</vt:lpstr>
      <vt:lpstr>Level 4 11-09-19</vt:lpstr>
      <vt:lpstr>Level 5 11-09-19</vt:lpstr>
      <vt:lpstr>Level 1 31-10-19</vt:lpstr>
      <vt:lpstr>Level 2 31-10-19</vt:lpstr>
      <vt:lpstr>Level 3 31-10-19</vt:lpstr>
      <vt:lpstr>Level 4 31-10-19</vt:lpstr>
      <vt:lpstr>Level 5 31-10-19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</dc:creator>
  <cp:lastModifiedBy>Sunmin Kim</cp:lastModifiedBy>
  <cp:revision>87</cp:revision>
  <dcterms:created xsi:type="dcterms:W3CDTF">2019-10-03T06:17:26Z</dcterms:created>
  <dcterms:modified xsi:type="dcterms:W3CDTF">2026-09-24T23:26:01Z</dcterms:modified>
</cp:coreProperties>
</file>